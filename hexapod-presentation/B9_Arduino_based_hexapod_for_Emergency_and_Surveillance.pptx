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5" r:id="rId12"/>
    <p:sldId id="266" r:id="rId13"/>
    <p:sldId id="267" r:id="rId14"/>
    <p:sldId id="277" r:id="rId24"/>
    <p:sldId id="278" r:id="rId25"/>
    <p:sldId id="275" r:id="rId22"/>
    <p:sldId id="291" r:id="rId56"/>
    <p:sldId id="276" r:id="rId23"/>
    <p:sldId id="279" r:id="rId26"/>
    <p:sldId id="280" r:id="rId27"/>
    <p:sldId id="282" r:id="rId29"/>
    <p:sldId id="292" r:id="rId57"/>
    <p:sldId id="293" r:id="rId58"/>
    <p:sldId id="294" r:id="rId59"/>
    <p:sldId id="285" r:id="rId32"/>
    <p:sldId id="286" r:id="rId33"/>
    <p:sldId id="289" r:id="rId34"/>
    <p:sldId id="287" r:id="rId36"/>
  </p:sldIdLst>
  <p:sldSz cx="12192000" cy="6858000"/>
  <p:notesSz cx="6858000" cy="9144000"/>
  <p:embeddedFontLst>
    <p:embeddedFont>
      <p:font typeface="Century Gothic" panose="020B0502020202020204"/>
      <p:regular r:id="rId40"/>
      <p:bold r:id="rId41"/>
      <p:italic r:id="rId42"/>
      <p:boldItalic r:id="rId43"/>
    </p:embeddedFont>
    <p:embeddedFont>
      <p:font typeface="Calibri" panose="020F0502020204030204"/>
      <p:regular r:id="rId44"/>
      <p:bold r:id="rId45"/>
      <p:italic r:id="rId46"/>
      <p:boldItalic r:id="rId47"/>
    </p:embeddedFont>
    <p:embeddedFont>
      <p:font typeface="Calibri" panose="020F0502020204030204" pitchFamily="34" charset="-122"/>
      <p:regular r:id="rId48"/>
      <p:bold r:id="rId49"/>
      <p:italic r:id="rId50"/>
      <p:boldItalic r:id="rId51"/>
    </p:embeddedFont>
    <p:embeddedFont>
      <p:font typeface="Cambria" panose="02040503050406030204"/>
      <p:regular r:id="rId52"/>
      <p:bold r:id="rId53"/>
      <p:italic r:id="rId54"/>
      <p:boldItalic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B23DE0B-3846-4328-826E-2A21398C07C0}" styleName="Table_0">
    <a:wholeTbl>
      <a:tcTxStyle>
        <a:font>
          <a:latin typeface="Century Gothic"/>
          <a:ea typeface="Century Gothic"/>
          <a:cs typeface="Century Gothic"/>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F5F3"/>
          </a:solidFill>
        </a:fill>
      </a:tcStyle>
    </a:wholeTbl>
    <a:band1H>
      <a:tcStyle>
        <a:tcBdr/>
        <a:fill>
          <a:solidFill>
            <a:srgbClr val="CAEAE7"/>
          </a:solidFill>
        </a:fill>
      </a:tcStyle>
    </a:band1H>
    <a:band2H>
      <a:tcStyle>
        <a:tcBdr/>
      </a:tcStyle>
    </a:band2H>
    <a:band1V>
      <a:tcStyle>
        <a:tcBdr/>
        <a:fill>
          <a:solidFill>
            <a:srgbClr val="CAEAE7"/>
          </a:solidFill>
        </a:fill>
      </a:tcStyle>
    </a:band1V>
    <a:band2V>
      <a:tcStyle>
        <a:tcBdr/>
      </a:tcStyle>
    </a:band2V>
    <a:lastCol>
      <a:tcTxStyle b="on">
        <a:font>
          <a:latin typeface="Century Gothic"/>
          <a:ea typeface="Century Gothic"/>
          <a:cs typeface="Century Gothic"/>
        </a:font>
        <a:schemeClr val="lt1"/>
      </a:tcTxStyle>
      <a:tcStyle>
        <a:tcBdr/>
        <a:fill>
          <a:solidFill>
            <a:schemeClr val="accent1"/>
          </a:solidFill>
        </a:fill>
      </a:tcStyle>
    </a:lastCol>
    <a:firstCol>
      <a:tcTxStyle b="on">
        <a:font>
          <a:latin typeface="Century Gothic"/>
          <a:ea typeface="Century Gothic"/>
          <a:cs typeface="Century Gothic"/>
        </a:font>
        <a:schemeClr val="lt1"/>
      </a:tcTxStyle>
      <a:tcStyle>
        <a:tcBdr/>
        <a:fill>
          <a:solidFill>
            <a:schemeClr val="accent1"/>
          </a:solidFill>
        </a:fill>
      </a:tcStyle>
    </a:firstCol>
    <a:lastRow>
      <a:tcTxStyle b="on">
        <a:font>
          <a:latin typeface="Century Gothic"/>
          <a:ea typeface="Century Gothic"/>
          <a:cs typeface="Century Gothic"/>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a:font>
          <a:latin typeface="Century Gothic"/>
          <a:ea typeface="Century Gothic"/>
          <a:cs typeface="Century Gothic"/>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22" Type="http://schemas.openxmlformats.org/officeDocument/2006/relationships/slide" Target="slides/slide14.xml"/><Relationship Id="rId23" Type="http://schemas.openxmlformats.org/officeDocument/2006/relationships/slide" Target="slides/slide16.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7.xml"/><Relationship Id="rId27" Type="http://schemas.openxmlformats.org/officeDocument/2006/relationships/slide" Target="slides/slide18.xml"/><Relationship Id="rId29" Type="http://schemas.openxmlformats.org/officeDocument/2006/relationships/slide" Target="slides/slide19.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ableStyles" Target="tableStyles.xml"/><Relationship Id="rId40" Type="http://schemas.openxmlformats.org/officeDocument/2006/relationships/font" Target="fonts/font1.fntdata"/><Relationship Id="rId41" Type="http://schemas.openxmlformats.org/officeDocument/2006/relationships/font" Target="fonts/font2.fntdata"/><Relationship Id="rId42" Type="http://schemas.openxmlformats.org/officeDocument/2006/relationships/font" Target="fonts/font3.fntdata"/><Relationship Id="rId43" Type="http://schemas.openxmlformats.org/officeDocument/2006/relationships/font" Target="fonts/font4.fntdata"/><Relationship Id="rId44" Type="http://schemas.openxmlformats.org/officeDocument/2006/relationships/font" Target="fonts/font5.fntdata"/><Relationship Id="rId45" Type="http://schemas.openxmlformats.org/officeDocument/2006/relationships/font" Target="fonts/font6.fntdata"/><Relationship Id="rId46" Type="http://schemas.openxmlformats.org/officeDocument/2006/relationships/font" Target="fonts/font7.fntdata"/><Relationship Id="rId47" Type="http://schemas.openxmlformats.org/officeDocument/2006/relationships/font" Target="fonts/font8.fntdata"/><Relationship Id="rId48" Type="http://schemas.openxmlformats.org/officeDocument/2006/relationships/font" Target="fonts/font9.fntdata"/><Relationship Id="rId49" Type="http://schemas.openxmlformats.org/officeDocument/2006/relationships/font" Target="fonts/font10.fntdata"/><Relationship Id="rId50" Type="http://schemas.openxmlformats.org/officeDocument/2006/relationships/font" Target="fonts/font11.fntdata"/><Relationship Id="rId51" Type="http://schemas.openxmlformats.org/officeDocument/2006/relationships/font" Target="fonts/font12.fntdata"/><Relationship Id="rId52" Type="http://schemas.openxmlformats.org/officeDocument/2006/relationships/font" Target="fonts/font13.fntdata"/><Relationship Id="rId53" Type="http://schemas.openxmlformats.org/officeDocument/2006/relationships/font" Target="fonts/font14.fntdata"/><Relationship Id="rId54" Type="http://schemas.openxmlformats.org/officeDocument/2006/relationships/font" Target="fonts/font15.fntdata"/><Relationship Id="rId55" Type="http://schemas.openxmlformats.org/officeDocument/2006/relationships/font" Target="fonts/font16.fntdata"/><Relationship Id="rId56" Type="http://schemas.openxmlformats.org/officeDocument/2006/relationships/slide" Target="slides/slide15.xml"/><Relationship Id="rId57" Type="http://schemas.openxmlformats.org/officeDocument/2006/relationships/slide" Target="slides/slide20.xml"/><Relationship Id="rId58" Type="http://schemas.openxmlformats.org/officeDocument/2006/relationships/slide" Target="slides/slide21.xml"/><Relationship Id="rId5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5" name="Shape 115"/>
        <p:cNvGrpSpPr/>
        <p:nvPr/>
      </p:nvGrpSpPr>
      <p:grpSpPr>
        <a:xfrm>
          <a:off x="0" y="0"/>
          <a:ext cx="0" cy="0"/>
          <a:chOff x="0" y="0"/>
          <a:chExt cx="0" cy="0"/>
        </a:xfrm>
      </p:grpSpPr>
      <p:sp>
        <p:nvSpPr>
          <p:cNvPr id="116" name="Google Shape;116;p1: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7" name="Google Shape;117;p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7" name="Shape 127"/>
        <p:cNvGrpSpPr/>
        <p:nvPr/>
      </p:nvGrpSpPr>
      <p:grpSpPr>
        <a:xfrm>
          <a:off x="0" y="0"/>
          <a:ext cx="0" cy="0"/>
          <a:chOff x="0" y="0"/>
          <a:chExt cx="0" cy="0"/>
        </a:xfrm>
      </p:grpSpPr>
      <p:sp>
        <p:nvSpPr>
          <p:cNvPr id="128" name="Google Shape;128;g3f86c170c19_0_136: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9" name="Google Shape;129;g3f86c170c19_0_13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5" name="Shape 135"/>
        <p:cNvGrpSpPr/>
        <p:nvPr/>
      </p:nvGrpSpPr>
      <p:grpSpPr>
        <a:xfrm>
          <a:off x="0" y="0"/>
          <a:ext cx="0" cy="0"/>
          <a:chOff x="0" y="0"/>
          <a:chExt cx="0" cy="0"/>
        </a:xfrm>
      </p:grpSpPr>
      <p:sp>
        <p:nvSpPr>
          <p:cNvPr id="136" name="Google Shape;136;g3f86c170c19_0_246: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7" name="Google Shape;137;g3f86c170c19_0_24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3" name="Shape 143"/>
        <p:cNvGrpSpPr/>
        <p:nvPr/>
      </p:nvGrpSpPr>
      <p:grpSpPr>
        <a:xfrm>
          <a:off x="0" y="0"/>
          <a:ext cx="0" cy="0"/>
          <a:chOff x="0" y="0"/>
          <a:chExt cx="0" cy="0"/>
        </a:xfrm>
      </p:grpSpPr>
      <p:sp>
        <p:nvSpPr>
          <p:cNvPr id="144" name="Google Shape;144;p2: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5" name="Google Shape;145;p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1" name="Shape 151"/>
        <p:cNvGrpSpPr/>
        <p:nvPr/>
      </p:nvGrpSpPr>
      <p:grpSpPr>
        <a:xfrm>
          <a:off x="0" y="0"/>
          <a:ext cx="0" cy="0"/>
          <a:chOff x="0" y="0"/>
          <a:chExt cx="0" cy="0"/>
        </a:xfrm>
      </p:grpSpPr>
      <p:sp>
        <p:nvSpPr>
          <p:cNvPr id="152" name="Google Shape;152;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3" name="Google Shape;153;p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9" name="Shape 159"/>
        <p:cNvGrpSpPr/>
        <p:nvPr/>
      </p:nvGrpSpPr>
      <p:grpSpPr>
        <a:xfrm>
          <a:off x="0" y="0"/>
          <a:ext cx="0" cy="0"/>
          <a:chOff x="0" y="0"/>
          <a:chExt cx="0" cy="0"/>
        </a:xfrm>
      </p:grpSpPr>
      <p:sp>
        <p:nvSpPr>
          <p:cNvPr id="160" name="Google Shape;160;g3f86c170c19_0_10: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1" name="Google Shape;161;g3f86c170c19_0_1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7" name="Shape 167"/>
        <p:cNvGrpSpPr/>
        <p:nvPr/>
      </p:nvGrpSpPr>
      <p:grpSpPr>
        <a:xfrm>
          <a:off x="0" y="0"/>
          <a:ext cx="0" cy="0"/>
          <a:chOff x="0" y="0"/>
          <a:chExt cx="0" cy="0"/>
        </a:xfrm>
      </p:grpSpPr>
      <p:sp>
        <p:nvSpPr>
          <p:cNvPr id="168" name="Google Shape;168;g3f86c170c19_0_5: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9" name="Google Shape;169;g3f86c170c19_0_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5" name="Shape 175"/>
        <p:cNvGrpSpPr/>
        <p:nvPr/>
      </p:nvGrpSpPr>
      <p:grpSpPr>
        <a:xfrm>
          <a:off x="0" y="0"/>
          <a:ext cx="0" cy="0"/>
          <a:chOff x="0" y="0"/>
          <a:chExt cx="0" cy="0"/>
        </a:xfrm>
      </p:grpSpPr>
      <p:sp>
        <p:nvSpPr>
          <p:cNvPr id="176" name="Google Shape;176;g3f86c170c19_0_15: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7" name="Google Shape;177;g3f86c170c19_0_1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0" name="Shape 190"/>
        <p:cNvGrpSpPr/>
        <p:nvPr/>
      </p:nvGrpSpPr>
      <p:grpSpPr>
        <a:xfrm>
          <a:off x="0" y="0"/>
          <a:ext cx="0" cy="0"/>
          <a:chOff x="0" y="0"/>
          <a:chExt cx="0" cy="0"/>
        </a:xfrm>
      </p:grpSpPr>
      <p:sp>
        <p:nvSpPr>
          <p:cNvPr id="191" name="Google Shape;191;g3f86c170c19_0_62: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92" name="Google Shape;192;g3f86c170c19_0_6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7" name="Shape 197"/>
        <p:cNvGrpSpPr/>
        <p:nvPr/>
      </p:nvGrpSpPr>
      <p:grpSpPr>
        <a:xfrm>
          <a:off x="0" y="0"/>
          <a:ext cx="0" cy="0"/>
          <a:chOff x="0" y="0"/>
          <a:chExt cx="0" cy="0"/>
        </a:xfrm>
      </p:grpSpPr>
      <p:sp>
        <p:nvSpPr>
          <p:cNvPr id="198" name="Google Shape;198;g3f86c170c19_0_165: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99" name="Google Shape;199;g3f86c170c19_0_16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4" name="Shape 204"/>
        <p:cNvGrpSpPr/>
        <p:nvPr/>
      </p:nvGrpSpPr>
      <p:grpSpPr>
        <a:xfrm>
          <a:off x="0" y="0"/>
          <a:ext cx="0" cy="0"/>
          <a:chOff x="0" y="0"/>
          <a:chExt cx="0" cy="0"/>
        </a:xfrm>
      </p:grpSpPr>
      <p:sp>
        <p:nvSpPr>
          <p:cNvPr id="205" name="Google Shape;205;g3f86c170c19_0_171: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06" name="Google Shape;206;g3f86c170c19_0_17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0" name="Shape 260"/>
        <p:cNvGrpSpPr/>
        <p:nvPr/>
      </p:nvGrpSpPr>
      <p:grpSpPr>
        <a:xfrm>
          <a:off x="0" y="0"/>
          <a:ext cx="0" cy="0"/>
          <a:chOff x="0" y="0"/>
          <a:chExt cx="0" cy="0"/>
        </a:xfrm>
      </p:grpSpPr>
      <p:sp>
        <p:nvSpPr>
          <p:cNvPr id="261" name="Google Shape;261;g3f86c170c19_0_102: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62" name="Google Shape;262;g3f86c170c19_0_10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8" name="Shape 268"/>
        <p:cNvGrpSpPr/>
        <p:nvPr/>
      </p:nvGrpSpPr>
      <p:grpSpPr>
        <a:xfrm>
          <a:off x="0" y="0"/>
          <a:ext cx="0" cy="0"/>
          <a:chOff x="0" y="0"/>
          <a:chExt cx="0" cy="0"/>
        </a:xfrm>
      </p:grpSpPr>
      <p:sp>
        <p:nvSpPr>
          <p:cNvPr id="269" name="Google Shape;269;p8: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70" name="Google Shape;270;p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5" name="Shape 275"/>
        <p:cNvGrpSpPr/>
        <p:nvPr/>
      </p:nvGrpSpPr>
      <p:grpSpPr>
        <a:xfrm>
          <a:off x="0" y="0"/>
          <a:ext cx="0" cy="0"/>
          <a:chOff x="0" y="0"/>
          <a:chExt cx="0" cy="0"/>
        </a:xfrm>
      </p:grpSpPr>
      <p:sp>
        <p:nvSpPr>
          <p:cNvPr id="276" name="Google Shape;276;p9: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77" name="Google Shape;277;p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2" name="Shape 282"/>
        <p:cNvGrpSpPr/>
        <p:nvPr/>
      </p:nvGrpSpPr>
      <p:grpSpPr>
        <a:xfrm>
          <a:off x="0" y="0"/>
          <a:ext cx="0" cy="0"/>
          <a:chOff x="0" y="0"/>
          <a:chExt cx="0" cy="0"/>
        </a:xfrm>
      </p:grpSpPr>
      <p:sp>
        <p:nvSpPr>
          <p:cNvPr id="283" name="Google Shape;283;g3f86c170c19_0_107: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84" name="Google Shape;284;g3f86c170c19_0_10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9" name="Shape 289"/>
        <p:cNvGrpSpPr/>
        <p:nvPr/>
      </p:nvGrpSpPr>
      <p:grpSpPr>
        <a:xfrm>
          <a:off x="0" y="0"/>
          <a:ext cx="0" cy="0"/>
          <a:chOff x="0" y="0"/>
          <a:chExt cx="0" cy="0"/>
        </a:xfrm>
      </p:grpSpPr>
      <p:sp>
        <p:nvSpPr>
          <p:cNvPr id="290" name="Google Shape;290;g3f86c170c19_0_111: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91" name="Google Shape;291;g3f86c170c19_0_11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6" name="Shape 296"/>
        <p:cNvGrpSpPr/>
        <p:nvPr/>
      </p:nvGrpSpPr>
      <p:grpSpPr>
        <a:xfrm>
          <a:off x="0" y="0"/>
          <a:ext cx="0" cy="0"/>
          <a:chOff x="0" y="0"/>
          <a:chExt cx="0" cy="0"/>
        </a:xfrm>
      </p:grpSpPr>
      <p:sp>
        <p:nvSpPr>
          <p:cNvPr id="297" name="Google Shape;297;g3f86c170c19_0_115: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98" name="Google Shape;298;g3f86c170c19_0_11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0" name="Shape 310"/>
        <p:cNvGrpSpPr/>
        <p:nvPr/>
      </p:nvGrpSpPr>
      <p:grpSpPr>
        <a:xfrm>
          <a:off x="0" y="0"/>
          <a:ext cx="0" cy="0"/>
          <a:chOff x="0" y="0"/>
          <a:chExt cx="0" cy="0"/>
        </a:xfrm>
      </p:grpSpPr>
      <p:sp>
        <p:nvSpPr>
          <p:cNvPr id="311" name="Google Shape;311;p10: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12" name="Google Shape;312;p1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1" name="Shape 331"/>
        <p:cNvGrpSpPr/>
        <p:nvPr/>
      </p:nvGrpSpPr>
      <p:grpSpPr>
        <a:xfrm>
          <a:off x="0" y="0"/>
          <a:ext cx="0" cy="0"/>
          <a:chOff x="0" y="0"/>
          <a:chExt cx="0" cy="0"/>
        </a:xfrm>
      </p:grpSpPr>
      <p:sp>
        <p:nvSpPr>
          <p:cNvPr id="332" name="Google Shape;332;p11: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33" name="Google Shape;333;p1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9" name="Shape 339"/>
        <p:cNvGrpSpPr/>
        <p:nvPr/>
      </p:nvGrpSpPr>
      <p:grpSpPr>
        <a:xfrm>
          <a:off x="0" y="0"/>
          <a:ext cx="0" cy="0"/>
          <a:chOff x="0" y="0"/>
          <a:chExt cx="0" cy="0"/>
        </a:xfrm>
      </p:grpSpPr>
      <p:sp>
        <p:nvSpPr>
          <p:cNvPr id="340" name="Google Shape;340;g3f86c170c19_0_131: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41" name="Google Shape;341;g3f86c170c19_0_13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9" name="Shape 339"/>
        <p:cNvGrpSpPr/>
        <p:nvPr/>
      </p:nvGrpSpPr>
      <p:grpSpPr>
        <a:xfrm>
          <a:off x="0" y="0"/>
          <a:ext cx="0" cy="0"/>
          <a:chOff x="0" y="0"/>
          <a:chExt cx="0" cy="0"/>
        </a:xfrm>
      </p:grpSpPr>
      <p:sp>
        <p:nvSpPr>
          <p:cNvPr id="340" name="Google Shape;340;g3f86c170c19_0_131: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41" name="Google Shape;341;g3f86c170c19_0_13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7" name="Shape 347"/>
        <p:cNvGrpSpPr/>
        <p:nvPr/>
      </p:nvGrpSpPr>
      <p:grpSpPr>
        <a:xfrm>
          <a:off x="0" y="0"/>
          <a:ext cx="0" cy="0"/>
          <a:chOff x="0" y="0"/>
          <a:chExt cx="0" cy="0"/>
        </a:xfrm>
      </p:grpSpPr>
      <p:sp>
        <p:nvSpPr>
          <p:cNvPr id="348" name="Google Shape;348;p1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49" name="Google Shape;349;p1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5" name="Shape 15"/>
        <p:cNvGrpSpPr/>
        <p:nvPr/>
      </p:nvGrpSpPr>
      <p:grpSpPr>
        <a:xfrm>
          <a:off x="0" y="0"/>
          <a:ext cx="0" cy="0"/>
          <a:chOff x="0" y="0"/>
          <a:chExt cx="0" cy="0"/>
        </a:xfrm>
      </p:grpSpPr>
      <p:sp>
        <p:nvSpPr>
          <p:cNvPr id="16" name="Google Shape;16;p17"/>
          <p:cNvSpPr/>
          <p:nvPr/>
        </p:nvSpPr>
        <p:spPr>
          <a:xfrm>
            <a:off x="0" y="-3175"/>
            <a:ext cx="12192000" cy="5203825"/>
          </a:xfrm>
          <a:custGeom>
            <a:avLst/>
            <a:gdLst/>
            <a:ahLst/>
            <a:cxnLst/>
            <a:rect l="l" t="t" r="r" b="b"/>
            <a:pathLst>
              <a:path w="5760" h="3278" extrusionOk="0">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blipFill rotWithShape="1">
            <a:blip r:embed="rId2"/>
            <a:tile tx="0" ty="0" sx="100000" sy="100000" flip="none" algn="tl"/>
          </a:blipFill>
          <a:ln w="9525" cap="rnd" cmpd="sng">
            <a:solidFill>
              <a:schemeClr val="accent1"/>
            </a:solidFill>
            <a:prstDash val="solid"/>
            <a:round/>
            <a:headEnd type="none" w="sm" len="sm"/>
            <a:tailEnd type="none" w="sm" len="sm"/>
          </a:ln>
        </p:spPr>
      </p:sp>
      <p:sp>
        <p:nvSpPr>
          <p:cNvPr id="17" name="Google Shape;17;p17"/>
          <p:cNvSpPr txBox="1"/>
          <p:nvPr>
            <p:ph type="ctrTitle"/>
          </p:nvPr>
        </p:nvSpPr>
        <p:spPr>
          <a:xfrm>
            <a:off x="810001" y="1449147"/>
            <a:ext cx="10572000" cy="2971051"/>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5400"/>
              <a:buFont typeface="Century Gothic" panose="020B0502020202020204"/>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7"/>
          <p:cNvSpPr txBox="1"/>
          <p:nvPr>
            <p:ph type="subTitle" idx="1"/>
          </p:nvPr>
        </p:nvSpPr>
        <p:spPr>
          <a:xfrm>
            <a:off x="810001" y="5280847"/>
            <a:ext cx="10572000" cy="434974"/>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lvl="0" algn="l">
              <a:spcBef>
                <a:spcPts val="360"/>
              </a:spcBef>
              <a:spcAft>
                <a:spcPts val="0"/>
              </a:spcAft>
              <a:buSzPts val="1800"/>
              <a:buNone/>
              <a:defRPr>
                <a:solidFill>
                  <a:schemeClr val="lt1"/>
                </a:solidFill>
              </a:defRPr>
            </a:lvl1pPr>
            <a:lvl2pPr lvl="1" algn="ctr">
              <a:spcBef>
                <a:spcPts val="600"/>
              </a:spcBef>
              <a:spcAft>
                <a:spcPts val="0"/>
              </a:spcAft>
              <a:buSzPts val="1600"/>
              <a:buNone/>
              <a:defRPr>
                <a:solidFill>
                  <a:schemeClr val="lt1"/>
                </a:solidFill>
              </a:defRPr>
            </a:lvl2pPr>
            <a:lvl3pPr lvl="2" algn="ctr">
              <a:spcBef>
                <a:spcPts val="600"/>
              </a:spcBef>
              <a:spcAft>
                <a:spcPts val="0"/>
              </a:spcAft>
              <a:buSzPts val="1400"/>
              <a:buNone/>
              <a:defRPr>
                <a:solidFill>
                  <a:schemeClr val="lt1"/>
                </a:solidFill>
              </a:defRPr>
            </a:lvl3pPr>
            <a:lvl4pPr lvl="3" algn="ctr">
              <a:spcBef>
                <a:spcPts val="600"/>
              </a:spcBef>
              <a:spcAft>
                <a:spcPts val="0"/>
              </a:spcAft>
              <a:buSzPts val="1200"/>
              <a:buNone/>
              <a:defRPr>
                <a:solidFill>
                  <a:schemeClr val="lt1"/>
                </a:solidFill>
              </a:defRPr>
            </a:lvl4pPr>
            <a:lvl5pPr lvl="4" algn="ctr">
              <a:spcBef>
                <a:spcPts val="600"/>
              </a:spcBef>
              <a:spcAft>
                <a:spcPts val="0"/>
              </a:spcAft>
              <a:buSzPts val="1200"/>
              <a:buNone/>
              <a:defRPr>
                <a:solidFill>
                  <a:schemeClr val="lt1"/>
                </a:solidFill>
              </a:defRPr>
            </a:lvl5pPr>
            <a:lvl6pPr lvl="5" algn="ctr">
              <a:spcBef>
                <a:spcPts val="600"/>
              </a:spcBef>
              <a:spcAft>
                <a:spcPts val="0"/>
              </a:spcAft>
              <a:buSzPts val="1200"/>
              <a:buNone/>
              <a:defRPr>
                <a:solidFill>
                  <a:schemeClr val="lt1"/>
                </a:solidFill>
              </a:defRPr>
            </a:lvl6pPr>
            <a:lvl7pPr lvl="6" algn="ctr">
              <a:spcBef>
                <a:spcPts val="600"/>
              </a:spcBef>
              <a:spcAft>
                <a:spcPts val="0"/>
              </a:spcAft>
              <a:buSzPts val="1200"/>
              <a:buNone/>
              <a:defRPr>
                <a:solidFill>
                  <a:schemeClr val="lt1"/>
                </a:solidFill>
              </a:defRPr>
            </a:lvl7pPr>
            <a:lvl8pPr lvl="7" algn="ctr">
              <a:spcBef>
                <a:spcPts val="600"/>
              </a:spcBef>
              <a:spcAft>
                <a:spcPts val="0"/>
              </a:spcAft>
              <a:buSzPts val="1200"/>
              <a:buNone/>
              <a:defRPr>
                <a:solidFill>
                  <a:schemeClr val="lt1"/>
                </a:solidFill>
              </a:defRPr>
            </a:lvl8pPr>
            <a:lvl9pPr lvl="8" algn="ctr">
              <a:spcBef>
                <a:spcPts val="600"/>
              </a:spcBef>
              <a:spcAft>
                <a:spcPts val="600"/>
              </a:spcAft>
              <a:buSzPts val="1200"/>
              <a:buNone/>
              <a:defRPr>
                <a:solidFill>
                  <a:schemeClr val="lt1"/>
                </a:solidFill>
              </a:defRPr>
            </a:lvl9pPr>
          </a:lstStyle>
          <a:p/>
        </p:txBody>
      </p:sp>
      <p:sp>
        <p:nvSpPr>
          <p:cNvPr id="19" name="Google Shape;19;p17"/>
          <p:cNvSpPr txBox="1"/>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7"/>
          <p:cNvSpPr txBox="1"/>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7"/>
          <p:cNvSpPr txBox="1"/>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22" name="Shape 22"/>
        <p:cNvGrpSpPr/>
        <p:nvPr/>
      </p:nvGrpSpPr>
      <p:grpSpPr>
        <a:xfrm>
          <a:off x="0" y="0"/>
          <a:ext cx="0" cy="0"/>
          <a:chOff x="0" y="0"/>
          <a:chExt cx="0" cy="0"/>
        </a:xfrm>
      </p:grpSpPr>
      <p:sp>
        <p:nvSpPr>
          <p:cNvPr id="23" name="Google Shape;23;p18"/>
          <p:cNvSpPr txBox="1"/>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8"/>
          <p:cNvSpPr txBox="1"/>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8"/>
          <p:cNvSpPr txBox="1"/>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6" name="Shape 26"/>
        <p:cNvGrpSpPr/>
        <p:nvPr/>
      </p:nvGrpSpPr>
      <p:grpSpPr>
        <a:xfrm>
          <a:off x="0" y="0"/>
          <a:ext cx="0" cy="0"/>
          <a:chOff x="0" y="0"/>
          <a:chExt cx="0" cy="0"/>
        </a:xfrm>
      </p:grpSpPr>
      <p:sp>
        <p:nvSpPr>
          <p:cNvPr id="27" name="Google Shape;27;p19"/>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tile tx="0" ty="0" sx="100000" sy="100000" flip="none" algn="tl"/>
          </a:blipFill>
          <a:ln w="9525" cap="rnd" cmpd="sng">
            <a:solidFill>
              <a:schemeClr val="accent1"/>
            </a:solidFill>
            <a:prstDash val="solid"/>
            <a:round/>
            <a:headEnd type="none" w="sm" len="sm"/>
            <a:tailEnd type="none" w="sm" len="sm"/>
          </a:ln>
        </p:spPr>
      </p:sp>
      <p:sp>
        <p:nvSpPr>
          <p:cNvPr id="28" name="Google Shape;28;p19"/>
          <p:cNvSpPr txBox="1"/>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9"/>
          <p:cNvSpPr txBox="1"/>
          <p:nvPr>
            <p:ph type="body" idx="1"/>
          </p:nvPr>
        </p:nvSpPr>
        <p:spPr>
          <a:xfrm>
            <a:off x="818712" y="2222287"/>
            <a:ext cx="10554574" cy="36365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spcBef>
                <a:spcPts val="360"/>
              </a:spcBef>
              <a:spcAft>
                <a:spcPts val="0"/>
              </a:spcAft>
              <a:buSzPts val="1800"/>
              <a:defRPr/>
            </a:lvl1pPr>
            <a:lvl2pPr marL="914400" lvl="1" indent="-342900" algn="l">
              <a:spcBef>
                <a:spcPts val="600"/>
              </a:spcBef>
              <a:spcAft>
                <a:spcPts val="0"/>
              </a:spcAft>
              <a:buSzPts val="1800"/>
              <a:defRPr/>
            </a:lvl2pPr>
            <a:lvl3pPr marL="1371600" lvl="2" indent="-342900" algn="l">
              <a:spcBef>
                <a:spcPts val="600"/>
              </a:spcBef>
              <a:spcAft>
                <a:spcPts val="0"/>
              </a:spcAft>
              <a:buSzPts val="1800"/>
              <a:defRPr/>
            </a:lvl3pPr>
            <a:lvl4pPr marL="1828800" lvl="3" indent="-342900" algn="l">
              <a:spcBef>
                <a:spcPts val="600"/>
              </a:spcBef>
              <a:spcAft>
                <a:spcPts val="0"/>
              </a:spcAft>
              <a:buSzPts val="1800"/>
              <a:defRPr/>
            </a:lvl4pPr>
            <a:lvl5pPr marL="2286000" lvl="4" indent="-342900" algn="l">
              <a:spcBef>
                <a:spcPts val="600"/>
              </a:spcBef>
              <a:spcAft>
                <a:spcPts val="0"/>
              </a:spcAft>
              <a:buSzPts val="1800"/>
              <a:defRPr/>
            </a:lvl5pPr>
            <a:lvl6pPr marL="2743200" lvl="5" indent="-342900" algn="l">
              <a:spcBef>
                <a:spcPts val="600"/>
              </a:spcBef>
              <a:spcAft>
                <a:spcPts val="0"/>
              </a:spcAft>
              <a:buSzPts val="1800"/>
              <a:defRPr/>
            </a:lvl6pPr>
            <a:lvl7pPr marL="3200400" lvl="6" indent="-342900" algn="l">
              <a:spcBef>
                <a:spcPts val="600"/>
              </a:spcBef>
              <a:spcAft>
                <a:spcPts val="0"/>
              </a:spcAft>
              <a:buSzPts val="1800"/>
              <a:defRPr/>
            </a:lvl7pPr>
            <a:lvl8pPr marL="3657600" lvl="7" indent="-342900" algn="l">
              <a:spcBef>
                <a:spcPts val="600"/>
              </a:spcBef>
              <a:spcAft>
                <a:spcPts val="0"/>
              </a:spcAft>
              <a:buSzPts val="1800"/>
              <a:defRPr/>
            </a:lvl8pPr>
            <a:lvl9pPr marL="4114800" lvl="8" indent="-342900" algn="l">
              <a:spcBef>
                <a:spcPts val="600"/>
              </a:spcBef>
              <a:spcAft>
                <a:spcPts val="600"/>
              </a:spcAft>
              <a:buSzPts val="1800"/>
              <a:defRPr/>
            </a:lvl9pPr>
          </a:lstStyle>
          <a:p/>
        </p:txBody>
      </p:sp>
      <p:sp>
        <p:nvSpPr>
          <p:cNvPr id="30" name="Google Shape;30;p19"/>
          <p:cNvSpPr txBox="1"/>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9"/>
          <p:cNvSpPr txBox="1"/>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9"/>
          <p:cNvSpPr txBox="1"/>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33" name="Shape 33"/>
        <p:cNvGrpSpPr/>
        <p:nvPr/>
      </p:nvGrpSpPr>
      <p:grpSpPr>
        <a:xfrm>
          <a:off x="0" y="0"/>
          <a:ext cx="0" cy="0"/>
          <a:chOff x="0" y="0"/>
          <a:chExt cx="0" cy="0"/>
        </a:xfrm>
      </p:grpSpPr>
      <p:sp>
        <p:nvSpPr>
          <p:cNvPr id="34" name="Google Shape;34;p20"/>
          <p:cNvSpPr/>
          <p:nvPr/>
        </p:nvSpPr>
        <p:spPr>
          <a:xfrm>
            <a:off x="0" y="1"/>
            <a:ext cx="12192000" cy="5203825"/>
          </a:xfrm>
          <a:custGeom>
            <a:avLst/>
            <a:gdLst/>
            <a:ahLst/>
            <a:cxnLst/>
            <a:rect l="l" t="t" r="r" b="b"/>
            <a:pathLst>
              <a:path w="5760" h="3278" extrusionOk="0">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blipFill rotWithShape="1">
            <a:blip r:embed="rId2"/>
            <a:tile tx="0" ty="0" sx="100000" sy="100000" flip="none" algn="tl"/>
          </a:blipFill>
          <a:ln w="9525" cap="rnd" cmpd="sng">
            <a:solidFill>
              <a:schemeClr val="accent1"/>
            </a:solidFill>
            <a:prstDash val="solid"/>
            <a:round/>
            <a:headEnd type="none" w="sm" len="sm"/>
            <a:tailEnd type="none" w="sm" len="sm"/>
          </a:ln>
        </p:spPr>
      </p:sp>
      <p:sp>
        <p:nvSpPr>
          <p:cNvPr id="35" name="Google Shape;35;p20"/>
          <p:cNvSpPr txBox="1"/>
          <p:nvPr>
            <p:ph type="title"/>
          </p:nvPr>
        </p:nvSpPr>
        <p:spPr>
          <a:xfrm>
            <a:off x="810000" y="2951396"/>
            <a:ext cx="10561418" cy="146880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r">
              <a:spcBef>
                <a:spcPts val="0"/>
              </a:spcBef>
              <a:spcAft>
                <a:spcPts val="0"/>
              </a:spcAft>
              <a:buClr>
                <a:srgbClr val="FEFEFE"/>
              </a:buClr>
              <a:buSzPts val="4800"/>
              <a:buFont typeface="Century Gothic" panose="020B0502020202020204"/>
              <a:buNone/>
              <a:defRPr sz="4800" b="1"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0"/>
          <p:cNvSpPr txBox="1"/>
          <p:nvPr>
            <p:ph type="body" idx="1"/>
          </p:nvPr>
        </p:nvSpPr>
        <p:spPr>
          <a:xfrm>
            <a:off x="810000" y="5281201"/>
            <a:ext cx="10561418" cy="43395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Autofit/>
          </a:bodyPr>
          <a:lstStyle>
            <a:lvl1pPr marL="457200" lvl="0" indent="-228600" algn="r">
              <a:spcBef>
                <a:spcPts val="360"/>
              </a:spcBef>
              <a:spcAft>
                <a:spcPts val="0"/>
              </a:spcAft>
              <a:buSzPts val="1800"/>
              <a:buNone/>
              <a:defRPr sz="1800">
                <a:solidFill>
                  <a:schemeClr val="lt1"/>
                </a:solidFill>
              </a:defRPr>
            </a:lvl1pPr>
            <a:lvl2pPr marL="914400" lvl="1" indent="-228600" algn="l">
              <a:spcBef>
                <a:spcPts val="600"/>
              </a:spcBef>
              <a:spcAft>
                <a:spcPts val="0"/>
              </a:spcAft>
              <a:buSzPts val="1800"/>
              <a:buNone/>
              <a:defRPr sz="1800">
                <a:solidFill>
                  <a:schemeClr val="lt1"/>
                </a:solidFill>
              </a:defRPr>
            </a:lvl2pPr>
            <a:lvl3pPr marL="1371600" lvl="2" indent="-228600" algn="l">
              <a:spcBef>
                <a:spcPts val="600"/>
              </a:spcBef>
              <a:spcAft>
                <a:spcPts val="0"/>
              </a:spcAft>
              <a:buSzPts val="1600"/>
              <a:buNone/>
              <a:defRPr sz="1600">
                <a:solidFill>
                  <a:schemeClr val="lt1"/>
                </a:solidFill>
              </a:defRPr>
            </a:lvl3pPr>
            <a:lvl4pPr marL="1828800" lvl="3" indent="-228600" algn="l">
              <a:spcBef>
                <a:spcPts val="600"/>
              </a:spcBef>
              <a:spcAft>
                <a:spcPts val="0"/>
              </a:spcAft>
              <a:buSzPts val="1400"/>
              <a:buNone/>
              <a:defRPr sz="1400">
                <a:solidFill>
                  <a:schemeClr val="lt1"/>
                </a:solidFill>
              </a:defRPr>
            </a:lvl4pPr>
            <a:lvl5pPr marL="2286000" lvl="4" indent="-228600" algn="l">
              <a:spcBef>
                <a:spcPts val="600"/>
              </a:spcBef>
              <a:spcAft>
                <a:spcPts val="0"/>
              </a:spcAft>
              <a:buSzPts val="1400"/>
              <a:buNone/>
              <a:defRPr sz="1400">
                <a:solidFill>
                  <a:schemeClr val="lt1"/>
                </a:solidFill>
              </a:defRPr>
            </a:lvl5pPr>
            <a:lvl6pPr marL="2743200" lvl="5" indent="-228600" algn="l">
              <a:spcBef>
                <a:spcPts val="600"/>
              </a:spcBef>
              <a:spcAft>
                <a:spcPts val="0"/>
              </a:spcAft>
              <a:buSzPts val="1400"/>
              <a:buNone/>
              <a:defRPr sz="1400">
                <a:solidFill>
                  <a:schemeClr val="lt1"/>
                </a:solidFill>
              </a:defRPr>
            </a:lvl6pPr>
            <a:lvl7pPr marL="3200400" lvl="6" indent="-228600" algn="l">
              <a:spcBef>
                <a:spcPts val="600"/>
              </a:spcBef>
              <a:spcAft>
                <a:spcPts val="0"/>
              </a:spcAft>
              <a:buSzPts val="1400"/>
              <a:buNone/>
              <a:defRPr sz="1400">
                <a:solidFill>
                  <a:schemeClr val="lt1"/>
                </a:solidFill>
              </a:defRPr>
            </a:lvl7pPr>
            <a:lvl8pPr marL="3657600" lvl="7" indent="-228600" algn="l">
              <a:spcBef>
                <a:spcPts val="600"/>
              </a:spcBef>
              <a:spcAft>
                <a:spcPts val="0"/>
              </a:spcAft>
              <a:buSzPts val="1400"/>
              <a:buNone/>
              <a:defRPr sz="1400">
                <a:solidFill>
                  <a:schemeClr val="lt1"/>
                </a:solidFill>
              </a:defRPr>
            </a:lvl8pPr>
            <a:lvl9pPr marL="4114800" lvl="8" indent="-228600" algn="l">
              <a:spcBef>
                <a:spcPts val="600"/>
              </a:spcBef>
              <a:spcAft>
                <a:spcPts val="600"/>
              </a:spcAft>
              <a:buSzPts val="1400"/>
              <a:buNone/>
              <a:defRPr sz="1400">
                <a:solidFill>
                  <a:schemeClr val="lt1"/>
                </a:solidFill>
              </a:defRPr>
            </a:lvl9pPr>
          </a:lstStyle>
          <a:p/>
        </p:txBody>
      </p:sp>
      <p:sp>
        <p:nvSpPr>
          <p:cNvPr id="37" name="Google Shape;37;p20"/>
          <p:cNvSpPr txBox="1"/>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0"/>
          <p:cNvSpPr txBox="1"/>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0"/>
          <p:cNvSpPr txBox="1"/>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40" name="Shape 40"/>
        <p:cNvGrpSpPr/>
        <p:nvPr/>
      </p:nvGrpSpPr>
      <p:grpSpPr>
        <a:xfrm>
          <a:off x="0" y="0"/>
          <a:ext cx="0" cy="0"/>
          <a:chOff x="0" y="0"/>
          <a:chExt cx="0" cy="0"/>
        </a:xfrm>
      </p:grpSpPr>
      <p:sp>
        <p:nvSpPr>
          <p:cNvPr id="41" name="Google Shape;41;p21"/>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tile tx="0" ty="0" sx="100000" sy="100000" flip="none" algn="tl"/>
          </a:blipFill>
          <a:ln w="9525" cap="rnd" cmpd="sng">
            <a:solidFill>
              <a:schemeClr val="accent1"/>
            </a:solidFill>
            <a:prstDash val="solid"/>
            <a:round/>
            <a:headEnd type="none" w="sm" len="sm"/>
            <a:tailEnd type="none" w="sm" len="sm"/>
          </a:ln>
        </p:spPr>
      </p:sp>
      <p:sp>
        <p:nvSpPr>
          <p:cNvPr id="42" name="Google Shape;42;p21"/>
          <p:cNvSpPr txBox="1"/>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1"/>
          <p:cNvSpPr txBox="1"/>
          <p:nvPr>
            <p:ph type="body" idx="1"/>
          </p:nvPr>
        </p:nvSpPr>
        <p:spPr>
          <a:xfrm>
            <a:off x="818712" y="2222287"/>
            <a:ext cx="5185873" cy="3638763"/>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spcBef>
                <a:spcPts val="360"/>
              </a:spcBef>
              <a:spcAft>
                <a:spcPts val="0"/>
              </a:spcAft>
              <a:buSzPts val="1800"/>
              <a:defRPr/>
            </a:lvl1pPr>
            <a:lvl2pPr marL="914400" lvl="1" indent="-342900" algn="l">
              <a:spcBef>
                <a:spcPts val="600"/>
              </a:spcBef>
              <a:spcAft>
                <a:spcPts val="0"/>
              </a:spcAft>
              <a:buSzPts val="1800"/>
              <a:defRPr/>
            </a:lvl2pPr>
            <a:lvl3pPr marL="1371600" lvl="2" indent="-342900" algn="l">
              <a:spcBef>
                <a:spcPts val="600"/>
              </a:spcBef>
              <a:spcAft>
                <a:spcPts val="0"/>
              </a:spcAft>
              <a:buSzPts val="1800"/>
              <a:defRPr/>
            </a:lvl3pPr>
            <a:lvl4pPr marL="1828800" lvl="3" indent="-342900" algn="l">
              <a:spcBef>
                <a:spcPts val="600"/>
              </a:spcBef>
              <a:spcAft>
                <a:spcPts val="0"/>
              </a:spcAft>
              <a:buSzPts val="1800"/>
              <a:defRPr/>
            </a:lvl4pPr>
            <a:lvl5pPr marL="2286000" lvl="4" indent="-342900" algn="l">
              <a:spcBef>
                <a:spcPts val="600"/>
              </a:spcBef>
              <a:spcAft>
                <a:spcPts val="0"/>
              </a:spcAft>
              <a:buSzPts val="1800"/>
              <a:defRPr/>
            </a:lvl5pPr>
            <a:lvl6pPr marL="2743200" lvl="5" indent="-342900" algn="l">
              <a:spcBef>
                <a:spcPts val="600"/>
              </a:spcBef>
              <a:spcAft>
                <a:spcPts val="0"/>
              </a:spcAft>
              <a:buSzPts val="1800"/>
              <a:defRPr/>
            </a:lvl6pPr>
            <a:lvl7pPr marL="3200400" lvl="6" indent="-342900" algn="l">
              <a:spcBef>
                <a:spcPts val="600"/>
              </a:spcBef>
              <a:spcAft>
                <a:spcPts val="0"/>
              </a:spcAft>
              <a:buSzPts val="1800"/>
              <a:defRPr/>
            </a:lvl7pPr>
            <a:lvl8pPr marL="3657600" lvl="7" indent="-342900" algn="l">
              <a:spcBef>
                <a:spcPts val="600"/>
              </a:spcBef>
              <a:spcAft>
                <a:spcPts val="0"/>
              </a:spcAft>
              <a:buSzPts val="1800"/>
              <a:defRPr/>
            </a:lvl8pPr>
            <a:lvl9pPr marL="4114800" lvl="8" indent="-342900" algn="l">
              <a:spcBef>
                <a:spcPts val="600"/>
              </a:spcBef>
              <a:spcAft>
                <a:spcPts val="600"/>
              </a:spcAft>
              <a:buSzPts val="1800"/>
              <a:defRPr/>
            </a:lvl9pPr>
          </a:lstStyle>
          <a:p/>
        </p:txBody>
      </p:sp>
      <p:sp>
        <p:nvSpPr>
          <p:cNvPr id="44" name="Google Shape;44;p21"/>
          <p:cNvSpPr txBox="1"/>
          <p:nvPr>
            <p:ph type="body" idx="2"/>
          </p:nvPr>
        </p:nvSpPr>
        <p:spPr>
          <a:xfrm>
            <a:off x="6187415" y="2222287"/>
            <a:ext cx="5194583" cy="3638764"/>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spcBef>
                <a:spcPts val="360"/>
              </a:spcBef>
              <a:spcAft>
                <a:spcPts val="0"/>
              </a:spcAft>
              <a:buSzPts val="1800"/>
              <a:defRPr/>
            </a:lvl1pPr>
            <a:lvl2pPr marL="914400" lvl="1" indent="-342900" algn="l">
              <a:spcBef>
                <a:spcPts val="600"/>
              </a:spcBef>
              <a:spcAft>
                <a:spcPts val="0"/>
              </a:spcAft>
              <a:buSzPts val="1800"/>
              <a:defRPr/>
            </a:lvl2pPr>
            <a:lvl3pPr marL="1371600" lvl="2" indent="-342900" algn="l">
              <a:spcBef>
                <a:spcPts val="600"/>
              </a:spcBef>
              <a:spcAft>
                <a:spcPts val="0"/>
              </a:spcAft>
              <a:buSzPts val="1800"/>
              <a:defRPr/>
            </a:lvl3pPr>
            <a:lvl4pPr marL="1828800" lvl="3" indent="-342900" algn="l">
              <a:spcBef>
                <a:spcPts val="600"/>
              </a:spcBef>
              <a:spcAft>
                <a:spcPts val="0"/>
              </a:spcAft>
              <a:buSzPts val="1800"/>
              <a:defRPr/>
            </a:lvl4pPr>
            <a:lvl5pPr marL="2286000" lvl="4" indent="-342900" algn="l">
              <a:spcBef>
                <a:spcPts val="600"/>
              </a:spcBef>
              <a:spcAft>
                <a:spcPts val="0"/>
              </a:spcAft>
              <a:buSzPts val="1800"/>
              <a:defRPr/>
            </a:lvl5pPr>
            <a:lvl6pPr marL="2743200" lvl="5" indent="-342900" algn="l">
              <a:spcBef>
                <a:spcPts val="600"/>
              </a:spcBef>
              <a:spcAft>
                <a:spcPts val="0"/>
              </a:spcAft>
              <a:buSzPts val="1800"/>
              <a:defRPr/>
            </a:lvl6pPr>
            <a:lvl7pPr marL="3200400" lvl="6" indent="-342900" algn="l">
              <a:spcBef>
                <a:spcPts val="600"/>
              </a:spcBef>
              <a:spcAft>
                <a:spcPts val="0"/>
              </a:spcAft>
              <a:buSzPts val="1800"/>
              <a:defRPr/>
            </a:lvl7pPr>
            <a:lvl8pPr marL="3657600" lvl="7" indent="-342900" algn="l">
              <a:spcBef>
                <a:spcPts val="600"/>
              </a:spcBef>
              <a:spcAft>
                <a:spcPts val="0"/>
              </a:spcAft>
              <a:buSzPts val="1800"/>
              <a:defRPr/>
            </a:lvl8pPr>
            <a:lvl9pPr marL="4114800" lvl="8" indent="-342900" algn="l">
              <a:spcBef>
                <a:spcPts val="600"/>
              </a:spcBef>
              <a:spcAft>
                <a:spcPts val="600"/>
              </a:spcAft>
              <a:buSzPts val="1800"/>
              <a:defRPr/>
            </a:lvl9pPr>
          </a:lstStyle>
          <a:p/>
        </p:txBody>
      </p:sp>
      <p:sp>
        <p:nvSpPr>
          <p:cNvPr id="45" name="Google Shape;45;p21"/>
          <p:cNvSpPr txBox="1"/>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1"/>
          <p:cNvSpPr txBox="1"/>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1"/>
          <p:cNvSpPr txBox="1"/>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8" name="Shape 48"/>
        <p:cNvGrpSpPr/>
        <p:nvPr/>
      </p:nvGrpSpPr>
      <p:grpSpPr>
        <a:xfrm>
          <a:off x="0" y="0"/>
          <a:ext cx="0" cy="0"/>
          <a:chOff x="0" y="0"/>
          <a:chExt cx="0" cy="0"/>
        </a:xfrm>
      </p:grpSpPr>
      <p:sp>
        <p:nvSpPr>
          <p:cNvPr id="49" name="Google Shape;49;p22"/>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tile tx="0" ty="0" sx="100000" sy="100000" flip="none" algn="tl"/>
          </a:blipFill>
          <a:ln w="9525" cap="rnd" cmpd="sng">
            <a:solidFill>
              <a:schemeClr val="accent1"/>
            </a:solidFill>
            <a:prstDash val="solid"/>
            <a:round/>
            <a:headEnd type="none" w="sm" len="sm"/>
            <a:tailEnd type="none" w="sm" len="sm"/>
          </a:ln>
        </p:spPr>
      </p:sp>
      <p:sp>
        <p:nvSpPr>
          <p:cNvPr id="50" name="Google Shape;50;p22"/>
          <p:cNvSpPr txBox="1"/>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4000"/>
              <a:buFont typeface="Century Gothic" panose="020B0502020202020204"/>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2"/>
          <p:cNvSpPr txBox="1"/>
          <p:nvPr>
            <p:ph type="body" idx="1"/>
          </p:nvPr>
        </p:nvSpPr>
        <p:spPr>
          <a:xfrm>
            <a:off x="814728" y="2174875"/>
            <a:ext cx="5189857" cy="576262"/>
          </a:xfrm>
          <a:prstGeom prst="rect">
            <a:avLst/>
          </a:prstGeom>
          <a:noFill/>
          <a:ln>
            <a:noFill/>
          </a:ln>
          <a:effectLst>
            <a:outerShdw blurRad="50800">
              <a:srgbClr val="000000">
                <a:alpha val="40000"/>
              </a:srgbClr>
            </a:outerShdw>
          </a:effectLst>
        </p:spPr>
        <p:txBody>
          <a:bodyPr spcFirstLastPara="1" wrap="square" lIns="91425" tIns="45700" rIns="91425" bIns="45700" anchor="b" anchorCtr="0">
            <a:noAutofit/>
          </a:bodyPr>
          <a:lstStyle>
            <a:lvl1pPr marL="457200" lvl="0" indent="-228600" algn="ctr">
              <a:spcBef>
                <a:spcPts val="400"/>
              </a:spcBef>
              <a:spcAft>
                <a:spcPts val="0"/>
              </a:spcAft>
              <a:buSzPts val="2000"/>
              <a:buNone/>
              <a:defRPr sz="2000" b="0"/>
            </a:lvl1pPr>
            <a:lvl2pPr marL="914400" lvl="1" indent="-228600" algn="l">
              <a:spcBef>
                <a:spcPts val="600"/>
              </a:spcBef>
              <a:spcAft>
                <a:spcPts val="0"/>
              </a:spcAft>
              <a:buSzPts val="2000"/>
              <a:buNone/>
              <a:defRPr sz="2000" b="1"/>
            </a:lvl2pPr>
            <a:lvl3pPr marL="1371600" lvl="2" indent="-228600" algn="l">
              <a:spcBef>
                <a:spcPts val="600"/>
              </a:spcBef>
              <a:spcAft>
                <a:spcPts val="0"/>
              </a:spcAft>
              <a:buSzPts val="1800"/>
              <a:buNone/>
              <a:defRPr sz="1800" b="1"/>
            </a:lvl3pPr>
            <a:lvl4pPr marL="1828800" lvl="3" indent="-228600" algn="l">
              <a:spcBef>
                <a:spcPts val="600"/>
              </a:spcBef>
              <a:spcAft>
                <a:spcPts val="0"/>
              </a:spcAft>
              <a:buSzPts val="1600"/>
              <a:buNone/>
              <a:defRPr sz="1600" b="1"/>
            </a:lvl4pPr>
            <a:lvl5pPr marL="2286000" lvl="4" indent="-228600" algn="l">
              <a:spcBef>
                <a:spcPts val="600"/>
              </a:spcBef>
              <a:spcAft>
                <a:spcPts val="0"/>
              </a:spcAft>
              <a:buSzPts val="1600"/>
              <a:buNone/>
              <a:defRPr sz="1600" b="1"/>
            </a:lvl5pPr>
            <a:lvl6pPr marL="2743200" lvl="5" indent="-228600" algn="l">
              <a:spcBef>
                <a:spcPts val="600"/>
              </a:spcBef>
              <a:spcAft>
                <a:spcPts val="0"/>
              </a:spcAft>
              <a:buSzPts val="1600"/>
              <a:buNone/>
              <a:defRPr sz="1600" b="1"/>
            </a:lvl6pPr>
            <a:lvl7pPr marL="3200400" lvl="6" indent="-228600" algn="l">
              <a:spcBef>
                <a:spcPts val="600"/>
              </a:spcBef>
              <a:spcAft>
                <a:spcPts val="0"/>
              </a:spcAft>
              <a:buSzPts val="1600"/>
              <a:buNone/>
              <a:defRPr sz="1600" b="1"/>
            </a:lvl7pPr>
            <a:lvl8pPr marL="3657600" lvl="7" indent="-228600" algn="l">
              <a:spcBef>
                <a:spcPts val="600"/>
              </a:spcBef>
              <a:spcAft>
                <a:spcPts val="0"/>
              </a:spcAft>
              <a:buSzPts val="1600"/>
              <a:buNone/>
              <a:defRPr sz="1600" b="1"/>
            </a:lvl8pPr>
            <a:lvl9pPr marL="4114800" lvl="8" indent="-228600" algn="l">
              <a:spcBef>
                <a:spcPts val="600"/>
              </a:spcBef>
              <a:spcAft>
                <a:spcPts val="600"/>
              </a:spcAft>
              <a:buSzPts val="1600"/>
              <a:buNone/>
              <a:defRPr sz="1600" b="1"/>
            </a:lvl9pPr>
          </a:lstStyle>
          <a:p/>
        </p:txBody>
      </p:sp>
      <p:sp>
        <p:nvSpPr>
          <p:cNvPr id="52" name="Google Shape;52;p22"/>
          <p:cNvSpPr txBox="1"/>
          <p:nvPr>
            <p:ph type="body" idx="2"/>
          </p:nvPr>
        </p:nvSpPr>
        <p:spPr>
          <a:xfrm>
            <a:off x="814729" y="2751138"/>
            <a:ext cx="5189856" cy="3109913"/>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spcBef>
                <a:spcPts val="360"/>
              </a:spcBef>
              <a:spcAft>
                <a:spcPts val="0"/>
              </a:spcAft>
              <a:buSzPts val="1800"/>
              <a:defRPr/>
            </a:lvl1pPr>
            <a:lvl2pPr marL="914400" lvl="1" indent="-342900" algn="l">
              <a:spcBef>
                <a:spcPts val="600"/>
              </a:spcBef>
              <a:spcAft>
                <a:spcPts val="0"/>
              </a:spcAft>
              <a:buSzPts val="1800"/>
              <a:defRPr/>
            </a:lvl2pPr>
            <a:lvl3pPr marL="1371600" lvl="2" indent="-342900" algn="l">
              <a:spcBef>
                <a:spcPts val="600"/>
              </a:spcBef>
              <a:spcAft>
                <a:spcPts val="0"/>
              </a:spcAft>
              <a:buSzPts val="1800"/>
              <a:defRPr/>
            </a:lvl3pPr>
            <a:lvl4pPr marL="1828800" lvl="3" indent="-342900" algn="l">
              <a:spcBef>
                <a:spcPts val="600"/>
              </a:spcBef>
              <a:spcAft>
                <a:spcPts val="0"/>
              </a:spcAft>
              <a:buSzPts val="1800"/>
              <a:defRPr/>
            </a:lvl4pPr>
            <a:lvl5pPr marL="2286000" lvl="4" indent="-342900" algn="l">
              <a:spcBef>
                <a:spcPts val="600"/>
              </a:spcBef>
              <a:spcAft>
                <a:spcPts val="0"/>
              </a:spcAft>
              <a:buSzPts val="1800"/>
              <a:defRPr/>
            </a:lvl5pPr>
            <a:lvl6pPr marL="2743200" lvl="5" indent="-342900" algn="l">
              <a:spcBef>
                <a:spcPts val="600"/>
              </a:spcBef>
              <a:spcAft>
                <a:spcPts val="0"/>
              </a:spcAft>
              <a:buSzPts val="1800"/>
              <a:defRPr/>
            </a:lvl6pPr>
            <a:lvl7pPr marL="3200400" lvl="6" indent="-342900" algn="l">
              <a:spcBef>
                <a:spcPts val="600"/>
              </a:spcBef>
              <a:spcAft>
                <a:spcPts val="0"/>
              </a:spcAft>
              <a:buSzPts val="1800"/>
              <a:defRPr/>
            </a:lvl7pPr>
            <a:lvl8pPr marL="3657600" lvl="7" indent="-342900" algn="l">
              <a:spcBef>
                <a:spcPts val="600"/>
              </a:spcBef>
              <a:spcAft>
                <a:spcPts val="0"/>
              </a:spcAft>
              <a:buSzPts val="1800"/>
              <a:defRPr/>
            </a:lvl8pPr>
            <a:lvl9pPr marL="4114800" lvl="8" indent="-342900" algn="l">
              <a:spcBef>
                <a:spcPts val="600"/>
              </a:spcBef>
              <a:spcAft>
                <a:spcPts val="600"/>
              </a:spcAft>
              <a:buSzPts val="1800"/>
              <a:defRPr/>
            </a:lvl9pPr>
          </a:lstStyle>
          <a:p/>
        </p:txBody>
      </p:sp>
      <p:sp>
        <p:nvSpPr>
          <p:cNvPr id="53" name="Google Shape;53;p22"/>
          <p:cNvSpPr txBox="1"/>
          <p:nvPr>
            <p:ph type="body" idx="3"/>
          </p:nvPr>
        </p:nvSpPr>
        <p:spPr>
          <a:xfrm>
            <a:off x="6187415" y="2174875"/>
            <a:ext cx="5194583" cy="576262"/>
          </a:xfrm>
          <a:prstGeom prst="rect">
            <a:avLst/>
          </a:prstGeom>
          <a:noFill/>
          <a:ln>
            <a:noFill/>
          </a:ln>
          <a:effectLst>
            <a:outerShdw blurRad="50800">
              <a:srgbClr val="000000">
                <a:alpha val="40000"/>
              </a:srgbClr>
            </a:outerShdw>
          </a:effectLst>
        </p:spPr>
        <p:txBody>
          <a:bodyPr spcFirstLastPara="1" wrap="square" lIns="91425" tIns="45700" rIns="91425" bIns="45700" anchor="b" anchorCtr="0">
            <a:noAutofit/>
          </a:bodyPr>
          <a:lstStyle>
            <a:lvl1pPr marL="457200" lvl="0" indent="-228600" algn="ctr">
              <a:spcBef>
                <a:spcPts val="400"/>
              </a:spcBef>
              <a:spcAft>
                <a:spcPts val="0"/>
              </a:spcAft>
              <a:buSzPts val="2000"/>
              <a:buNone/>
              <a:defRPr sz="2000" b="0"/>
            </a:lvl1pPr>
            <a:lvl2pPr marL="914400" lvl="1" indent="-228600" algn="l">
              <a:spcBef>
                <a:spcPts val="600"/>
              </a:spcBef>
              <a:spcAft>
                <a:spcPts val="0"/>
              </a:spcAft>
              <a:buSzPts val="2000"/>
              <a:buNone/>
              <a:defRPr sz="2000" b="1"/>
            </a:lvl2pPr>
            <a:lvl3pPr marL="1371600" lvl="2" indent="-228600" algn="l">
              <a:spcBef>
                <a:spcPts val="600"/>
              </a:spcBef>
              <a:spcAft>
                <a:spcPts val="0"/>
              </a:spcAft>
              <a:buSzPts val="1800"/>
              <a:buNone/>
              <a:defRPr sz="1800" b="1"/>
            </a:lvl3pPr>
            <a:lvl4pPr marL="1828800" lvl="3" indent="-228600" algn="l">
              <a:spcBef>
                <a:spcPts val="600"/>
              </a:spcBef>
              <a:spcAft>
                <a:spcPts val="0"/>
              </a:spcAft>
              <a:buSzPts val="1600"/>
              <a:buNone/>
              <a:defRPr sz="1600" b="1"/>
            </a:lvl4pPr>
            <a:lvl5pPr marL="2286000" lvl="4" indent="-228600" algn="l">
              <a:spcBef>
                <a:spcPts val="600"/>
              </a:spcBef>
              <a:spcAft>
                <a:spcPts val="0"/>
              </a:spcAft>
              <a:buSzPts val="1600"/>
              <a:buNone/>
              <a:defRPr sz="1600" b="1"/>
            </a:lvl5pPr>
            <a:lvl6pPr marL="2743200" lvl="5" indent="-228600" algn="l">
              <a:spcBef>
                <a:spcPts val="600"/>
              </a:spcBef>
              <a:spcAft>
                <a:spcPts val="0"/>
              </a:spcAft>
              <a:buSzPts val="1600"/>
              <a:buNone/>
              <a:defRPr sz="1600" b="1"/>
            </a:lvl6pPr>
            <a:lvl7pPr marL="3200400" lvl="6" indent="-228600" algn="l">
              <a:spcBef>
                <a:spcPts val="600"/>
              </a:spcBef>
              <a:spcAft>
                <a:spcPts val="0"/>
              </a:spcAft>
              <a:buSzPts val="1600"/>
              <a:buNone/>
              <a:defRPr sz="1600" b="1"/>
            </a:lvl7pPr>
            <a:lvl8pPr marL="3657600" lvl="7" indent="-228600" algn="l">
              <a:spcBef>
                <a:spcPts val="600"/>
              </a:spcBef>
              <a:spcAft>
                <a:spcPts val="0"/>
              </a:spcAft>
              <a:buSzPts val="1600"/>
              <a:buNone/>
              <a:defRPr sz="1600" b="1"/>
            </a:lvl8pPr>
            <a:lvl9pPr marL="4114800" lvl="8" indent="-228600" algn="l">
              <a:spcBef>
                <a:spcPts val="600"/>
              </a:spcBef>
              <a:spcAft>
                <a:spcPts val="600"/>
              </a:spcAft>
              <a:buSzPts val="1600"/>
              <a:buNone/>
              <a:defRPr sz="1600" b="1"/>
            </a:lvl9pPr>
          </a:lstStyle>
          <a:p/>
        </p:txBody>
      </p:sp>
      <p:sp>
        <p:nvSpPr>
          <p:cNvPr id="54" name="Google Shape;54;p22"/>
          <p:cNvSpPr txBox="1"/>
          <p:nvPr>
            <p:ph type="body" idx="4"/>
          </p:nvPr>
        </p:nvSpPr>
        <p:spPr>
          <a:xfrm>
            <a:off x="6187415" y="2751138"/>
            <a:ext cx="5194583" cy="3109913"/>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spcBef>
                <a:spcPts val="360"/>
              </a:spcBef>
              <a:spcAft>
                <a:spcPts val="0"/>
              </a:spcAft>
              <a:buSzPts val="1800"/>
              <a:defRPr/>
            </a:lvl1pPr>
            <a:lvl2pPr marL="914400" lvl="1" indent="-342900" algn="l">
              <a:spcBef>
                <a:spcPts val="600"/>
              </a:spcBef>
              <a:spcAft>
                <a:spcPts val="0"/>
              </a:spcAft>
              <a:buSzPts val="1800"/>
              <a:defRPr/>
            </a:lvl2pPr>
            <a:lvl3pPr marL="1371600" lvl="2" indent="-342900" algn="l">
              <a:spcBef>
                <a:spcPts val="600"/>
              </a:spcBef>
              <a:spcAft>
                <a:spcPts val="0"/>
              </a:spcAft>
              <a:buSzPts val="1800"/>
              <a:defRPr/>
            </a:lvl3pPr>
            <a:lvl4pPr marL="1828800" lvl="3" indent="-342900" algn="l">
              <a:spcBef>
                <a:spcPts val="600"/>
              </a:spcBef>
              <a:spcAft>
                <a:spcPts val="0"/>
              </a:spcAft>
              <a:buSzPts val="1800"/>
              <a:defRPr/>
            </a:lvl4pPr>
            <a:lvl5pPr marL="2286000" lvl="4" indent="-342900" algn="l">
              <a:spcBef>
                <a:spcPts val="600"/>
              </a:spcBef>
              <a:spcAft>
                <a:spcPts val="0"/>
              </a:spcAft>
              <a:buSzPts val="1800"/>
              <a:defRPr/>
            </a:lvl5pPr>
            <a:lvl6pPr marL="2743200" lvl="5" indent="-342900" algn="l">
              <a:spcBef>
                <a:spcPts val="600"/>
              </a:spcBef>
              <a:spcAft>
                <a:spcPts val="0"/>
              </a:spcAft>
              <a:buSzPts val="1800"/>
              <a:defRPr/>
            </a:lvl6pPr>
            <a:lvl7pPr marL="3200400" lvl="6" indent="-342900" algn="l">
              <a:spcBef>
                <a:spcPts val="600"/>
              </a:spcBef>
              <a:spcAft>
                <a:spcPts val="0"/>
              </a:spcAft>
              <a:buSzPts val="1800"/>
              <a:defRPr/>
            </a:lvl7pPr>
            <a:lvl8pPr marL="3657600" lvl="7" indent="-342900" algn="l">
              <a:spcBef>
                <a:spcPts val="600"/>
              </a:spcBef>
              <a:spcAft>
                <a:spcPts val="0"/>
              </a:spcAft>
              <a:buSzPts val="1800"/>
              <a:defRPr/>
            </a:lvl8pPr>
            <a:lvl9pPr marL="4114800" lvl="8" indent="-342900" algn="l">
              <a:spcBef>
                <a:spcPts val="600"/>
              </a:spcBef>
              <a:spcAft>
                <a:spcPts val="600"/>
              </a:spcAft>
              <a:buSzPts val="1800"/>
              <a:defRPr/>
            </a:lvl9pPr>
          </a:lstStyle>
          <a:p/>
        </p:txBody>
      </p:sp>
      <p:sp>
        <p:nvSpPr>
          <p:cNvPr id="55" name="Google Shape;55;p22"/>
          <p:cNvSpPr txBox="1"/>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2"/>
          <p:cNvSpPr txBox="1"/>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2"/>
          <p:cNvSpPr txBox="1"/>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58" name="Shape 58"/>
        <p:cNvGrpSpPr/>
        <p:nvPr/>
      </p:nvGrpSpPr>
      <p:grpSpPr>
        <a:xfrm>
          <a:off x="0" y="0"/>
          <a:ext cx="0" cy="0"/>
          <a:chOff x="0" y="0"/>
          <a:chExt cx="0" cy="0"/>
        </a:xfrm>
      </p:grpSpPr>
      <p:sp>
        <p:nvSpPr>
          <p:cNvPr id="59" name="Google Shape;59;p23"/>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tile tx="0" ty="0" sx="100000" sy="100000" flip="none" algn="tl"/>
          </a:blipFill>
          <a:ln w="9525" cap="rnd" cmpd="sng">
            <a:solidFill>
              <a:schemeClr val="accent1"/>
            </a:solidFill>
            <a:prstDash val="solid"/>
            <a:round/>
            <a:headEnd type="none" w="sm" len="sm"/>
            <a:tailEnd type="none" w="sm" len="sm"/>
          </a:ln>
        </p:spPr>
      </p:sp>
      <p:sp>
        <p:nvSpPr>
          <p:cNvPr id="60" name="Google Shape;60;p23"/>
          <p:cNvSpPr txBox="1"/>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3"/>
          <p:cNvSpPr txBox="1"/>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3"/>
          <p:cNvSpPr txBox="1"/>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3"/>
          <p:cNvSpPr txBox="1"/>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64" name="Shape 64"/>
        <p:cNvGrpSpPr/>
        <p:nvPr/>
      </p:nvGrpSpPr>
      <p:grpSpPr>
        <a:xfrm>
          <a:off x="0" y="0"/>
          <a:ext cx="0" cy="0"/>
          <a:chOff x="0" y="0"/>
          <a:chExt cx="0" cy="0"/>
        </a:xfrm>
      </p:grpSpPr>
      <p:sp>
        <p:nvSpPr>
          <p:cNvPr id="65" name="Google Shape;65;p24"/>
          <p:cNvSpPr/>
          <p:nvPr/>
        </p:nvSpPr>
        <p:spPr>
          <a:xfrm>
            <a:off x="1073151" y="446087"/>
            <a:ext cx="3547533" cy="1814651"/>
          </a:xfrm>
          <a:custGeom>
            <a:avLst/>
            <a:gdLst/>
            <a:ahLst/>
            <a:cxnLst/>
            <a:rect l="l" t="t" r="r" b="b"/>
            <a:pathLst>
              <a:path w="3384" h="2308" extrusionOk="0">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1">
            <a:blip r:embed="rId2"/>
            <a:tile tx="0" ty="0" sx="100000" sy="100000" flip="none" algn="tl"/>
          </a:blipFill>
          <a:ln w="9525" cap="rnd" cmpd="sng">
            <a:solidFill>
              <a:schemeClr val="accent1"/>
            </a:solidFill>
            <a:prstDash val="solid"/>
            <a:round/>
            <a:headEnd type="none" w="sm" len="sm"/>
            <a:tailEnd type="none" w="sm" len="sm"/>
          </a:ln>
        </p:spPr>
      </p:sp>
      <p:sp>
        <p:nvSpPr>
          <p:cNvPr id="66" name="Google Shape;66;p24"/>
          <p:cNvSpPr txBox="1"/>
          <p:nvPr>
            <p:ph type="title"/>
          </p:nvPr>
        </p:nvSpPr>
        <p:spPr>
          <a:xfrm>
            <a:off x="1073151" y="446088"/>
            <a:ext cx="3547533" cy="1618396"/>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2000"/>
              <a:buFont typeface="Century Gothic" panose="020B0502020202020204"/>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4"/>
          <p:cNvSpPr txBox="1"/>
          <p:nvPr>
            <p:ph type="body" idx="1"/>
          </p:nvPr>
        </p:nvSpPr>
        <p:spPr>
          <a:xfrm>
            <a:off x="4855633" y="446088"/>
            <a:ext cx="6252633" cy="5414963"/>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spcBef>
                <a:spcPts val="360"/>
              </a:spcBef>
              <a:spcAft>
                <a:spcPts val="0"/>
              </a:spcAft>
              <a:buSzPts val="1800"/>
              <a:defRPr/>
            </a:lvl1pPr>
            <a:lvl2pPr marL="914400" lvl="1" indent="-342900" algn="l">
              <a:spcBef>
                <a:spcPts val="600"/>
              </a:spcBef>
              <a:spcAft>
                <a:spcPts val="0"/>
              </a:spcAft>
              <a:buSzPts val="1800"/>
              <a:defRPr/>
            </a:lvl2pPr>
            <a:lvl3pPr marL="1371600" lvl="2" indent="-342900" algn="l">
              <a:spcBef>
                <a:spcPts val="600"/>
              </a:spcBef>
              <a:spcAft>
                <a:spcPts val="0"/>
              </a:spcAft>
              <a:buSzPts val="1800"/>
              <a:defRPr/>
            </a:lvl3pPr>
            <a:lvl4pPr marL="1828800" lvl="3" indent="-342900" algn="l">
              <a:spcBef>
                <a:spcPts val="600"/>
              </a:spcBef>
              <a:spcAft>
                <a:spcPts val="0"/>
              </a:spcAft>
              <a:buSzPts val="1800"/>
              <a:defRPr/>
            </a:lvl4pPr>
            <a:lvl5pPr marL="2286000" lvl="4" indent="-342900" algn="l">
              <a:spcBef>
                <a:spcPts val="600"/>
              </a:spcBef>
              <a:spcAft>
                <a:spcPts val="0"/>
              </a:spcAft>
              <a:buSzPts val="1800"/>
              <a:defRPr/>
            </a:lvl5pPr>
            <a:lvl6pPr marL="2743200" lvl="5" indent="-342900" algn="l">
              <a:spcBef>
                <a:spcPts val="600"/>
              </a:spcBef>
              <a:spcAft>
                <a:spcPts val="0"/>
              </a:spcAft>
              <a:buSzPts val="1800"/>
              <a:defRPr/>
            </a:lvl6pPr>
            <a:lvl7pPr marL="3200400" lvl="6" indent="-342900" algn="l">
              <a:spcBef>
                <a:spcPts val="600"/>
              </a:spcBef>
              <a:spcAft>
                <a:spcPts val="0"/>
              </a:spcAft>
              <a:buSzPts val="1800"/>
              <a:defRPr/>
            </a:lvl7pPr>
            <a:lvl8pPr marL="3657600" lvl="7" indent="-342900" algn="l">
              <a:spcBef>
                <a:spcPts val="600"/>
              </a:spcBef>
              <a:spcAft>
                <a:spcPts val="0"/>
              </a:spcAft>
              <a:buSzPts val="1800"/>
              <a:defRPr/>
            </a:lvl8pPr>
            <a:lvl9pPr marL="4114800" lvl="8" indent="-342900" algn="l">
              <a:spcBef>
                <a:spcPts val="600"/>
              </a:spcBef>
              <a:spcAft>
                <a:spcPts val="600"/>
              </a:spcAft>
              <a:buSzPts val="1800"/>
              <a:defRPr/>
            </a:lvl9pPr>
          </a:lstStyle>
          <a:p/>
        </p:txBody>
      </p:sp>
      <p:sp>
        <p:nvSpPr>
          <p:cNvPr id="68" name="Google Shape;68;p24"/>
          <p:cNvSpPr txBox="1"/>
          <p:nvPr>
            <p:ph type="body" idx="2"/>
          </p:nvPr>
        </p:nvSpPr>
        <p:spPr>
          <a:xfrm>
            <a:off x="1073151" y="2260738"/>
            <a:ext cx="3547533" cy="36003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228600" algn="l">
              <a:spcBef>
                <a:spcPts val="280"/>
              </a:spcBef>
              <a:spcAft>
                <a:spcPts val="0"/>
              </a:spcAft>
              <a:buSzPts val="1400"/>
              <a:buNone/>
              <a:defRPr sz="1400"/>
            </a:lvl1pPr>
            <a:lvl2pPr marL="914400" lvl="1" indent="-228600" algn="l">
              <a:spcBef>
                <a:spcPts val="600"/>
              </a:spcBef>
              <a:spcAft>
                <a:spcPts val="0"/>
              </a:spcAft>
              <a:buSzPts val="1200"/>
              <a:buNone/>
              <a:defRPr sz="1200"/>
            </a:lvl2pPr>
            <a:lvl3pPr marL="1371600" lvl="2" indent="-228600" algn="l">
              <a:spcBef>
                <a:spcPts val="600"/>
              </a:spcBef>
              <a:spcAft>
                <a:spcPts val="0"/>
              </a:spcAft>
              <a:buSzPts val="1000"/>
              <a:buNone/>
              <a:defRPr sz="1000"/>
            </a:lvl3pPr>
            <a:lvl4pPr marL="1828800" lvl="3" indent="-228600" algn="l">
              <a:spcBef>
                <a:spcPts val="600"/>
              </a:spcBef>
              <a:spcAft>
                <a:spcPts val="0"/>
              </a:spcAft>
              <a:buSzPts val="900"/>
              <a:buNone/>
              <a:defRPr sz="900"/>
            </a:lvl4pPr>
            <a:lvl5pPr marL="2286000" lvl="4" indent="-228600" algn="l">
              <a:spcBef>
                <a:spcPts val="600"/>
              </a:spcBef>
              <a:spcAft>
                <a:spcPts val="0"/>
              </a:spcAft>
              <a:buSzPts val="900"/>
              <a:buNone/>
              <a:defRPr sz="900"/>
            </a:lvl5pPr>
            <a:lvl6pPr marL="2743200" lvl="5" indent="-228600" algn="l">
              <a:spcBef>
                <a:spcPts val="600"/>
              </a:spcBef>
              <a:spcAft>
                <a:spcPts val="0"/>
              </a:spcAft>
              <a:buSzPts val="900"/>
              <a:buNone/>
              <a:defRPr sz="900"/>
            </a:lvl6pPr>
            <a:lvl7pPr marL="3200400" lvl="6" indent="-228600" algn="l">
              <a:spcBef>
                <a:spcPts val="600"/>
              </a:spcBef>
              <a:spcAft>
                <a:spcPts val="0"/>
              </a:spcAft>
              <a:buSzPts val="900"/>
              <a:buNone/>
              <a:defRPr sz="900"/>
            </a:lvl7pPr>
            <a:lvl8pPr marL="3657600" lvl="7" indent="-228600" algn="l">
              <a:spcBef>
                <a:spcPts val="600"/>
              </a:spcBef>
              <a:spcAft>
                <a:spcPts val="0"/>
              </a:spcAft>
              <a:buSzPts val="900"/>
              <a:buNone/>
              <a:defRPr sz="900"/>
            </a:lvl8pPr>
            <a:lvl9pPr marL="4114800" lvl="8" indent="-228600" algn="l">
              <a:spcBef>
                <a:spcPts val="600"/>
              </a:spcBef>
              <a:spcAft>
                <a:spcPts val="600"/>
              </a:spcAft>
              <a:buSzPts val="900"/>
              <a:buNone/>
              <a:defRPr sz="900"/>
            </a:lvl9pPr>
          </a:lstStyle>
          <a:p/>
        </p:txBody>
      </p:sp>
      <p:sp>
        <p:nvSpPr>
          <p:cNvPr id="69" name="Google Shape;69;p24"/>
          <p:cNvSpPr txBox="1"/>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4"/>
          <p:cNvSpPr txBox="1"/>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4"/>
          <p:cNvSpPr txBox="1"/>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72" name="Shape 72"/>
        <p:cNvGrpSpPr/>
        <p:nvPr/>
      </p:nvGrpSpPr>
      <p:grpSpPr>
        <a:xfrm>
          <a:off x="0" y="0"/>
          <a:ext cx="0" cy="0"/>
          <a:chOff x="0" y="0"/>
          <a:chExt cx="0" cy="0"/>
        </a:xfrm>
      </p:grpSpPr>
      <p:sp>
        <p:nvSpPr>
          <p:cNvPr id="73" name="Google Shape;73;p25"/>
          <p:cNvSpPr txBox="1"/>
          <p:nvPr>
            <p:ph type="title"/>
          </p:nvPr>
        </p:nvSpPr>
        <p:spPr>
          <a:xfrm>
            <a:off x="814728" y="727522"/>
            <a:ext cx="4852988" cy="1617163"/>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rmAutofit/>
          </a:bodyPr>
          <a:lstStyle>
            <a:lvl1pPr lvl="0" algn="l">
              <a:spcBef>
                <a:spcPts val="0"/>
              </a:spcBef>
              <a:spcAft>
                <a:spcPts val="0"/>
              </a:spcAft>
              <a:buClr>
                <a:srgbClr val="FEFEFE"/>
              </a:buClr>
              <a:buSzPts val="2400"/>
              <a:buFont typeface="Century Gothic" panose="020B0502020202020204"/>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5"/>
          <p:cNvSpPr/>
          <p:nvPr>
            <p:ph type="pic" idx="2"/>
          </p:nvPr>
        </p:nvSpPr>
        <p:spPr>
          <a:xfrm>
            <a:off x="6098117" y="0"/>
            <a:ext cx="6093883" cy="6858000"/>
          </a:xfrm>
          <a:prstGeom prst="rect">
            <a:avLst/>
          </a:prstGeom>
          <a:noFill/>
          <a:ln w="9525" cap="flat" cmpd="sng">
            <a:solidFill>
              <a:schemeClr val="lt2"/>
            </a:solidFill>
            <a:prstDash val="solid"/>
            <a:round/>
            <a:headEnd type="none" w="sm" len="sm"/>
            <a:tailEnd type="none" w="sm" len="sm"/>
          </a:ln>
        </p:spPr>
      </p:sp>
      <p:sp>
        <p:nvSpPr>
          <p:cNvPr id="75" name="Google Shape;75;p25"/>
          <p:cNvSpPr txBox="1"/>
          <p:nvPr>
            <p:ph type="body" idx="1"/>
          </p:nvPr>
        </p:nvSpPr>
        <p:spPr>
          <a:xfrm>
            <a:off x="814728" y="2344684"/>
            <a:ext cx="4852988" cy="351636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228600" algn="l">
              <a:spcBef>
                <a:spcPts val="240"/>
              </a:spcBef>
              <a:spcAft>
                <a:spcPts val="0"/>
              </a:spcAft>
              <a:buSzPts val="1200"/>
              <a:buNone/>
              <a:defRPr sz="1200"/>
            </a:lvl1pPr>
            <a:lvl2pPr marL="914400" lvl="1" indent="-228600" algn="l">
              <a:spcBef>
                <a:spcPts val="600"/>
              </a:spcBef>
              <a:spcAft>
                <a:spcPts val="0"/>
              </a:spcAft>
              <a:buSzPts val="1200"/>
              <a:buNone/>
              <a:defRPr sz="1200"/>
            </a:lvl2pPr>
            <a:lvl3pPr marL="1371600" lvl="2" indent="-228600" algn="l">
              <a:spcBef>
                <a:spcPts val="600"/>
              </a:spcBef>
              <a:spcAft>
                <a:spcPts val="0"/>
              </a:spcAft>
              <a:buSzPts val="1000"/>
              <a:buNone/>
              <a:defRPr sz="1000"/>
            </a:lvl3pPr>
            <a:lvl4pPr marL="1828800" lvl="3" indent="-228600" algn="l">
              <a:spcBef>
                <a:spcPts val="600"/>
              </a:spcBef>
              <a:spcAft>
                <a:spcPts val="0"/>
              </a:spcAft>
              <a:buSzPts val="900"/>
              <a:buNone/>
              <a:defRPr sz="900"/>
            </a:lvl4pPr>
            <a:lvl5pPr marL="2286000" lvl="4" indent="-228600" algn="l">
              <a:spcBef>
                <a:spcPts val="600"/>
              </a:spcBef>
              <a:spcAft>
                <a:spcPts val="0"/>
              </a:spcAft>
              <a:buSzPts val="900"/>
              <a:buNone/>
              <a:defRPr sz="900"/>
            </a:lvl5pPr>
            <a:lvl6pPr marL="2743200" lvl="5" indent="-228600" algn="l">
              <a:spcBef>
                <a:spcPts val="600"/>
              </a:spcBef>
              <a:spcAft>
                <a:spcPts val="0"/>
              </a:spcAft>
              <a:buSzPts val="900"/>
              <a:buNone/>
              <a:defRPr sz="900"/>
            </a:lvl6pPr>
            <a:lvl7pPr marL="3200400" lvl="6" indent="-228600" algn="l">
              <a:spcBef>
                <a:spcPts val="600"/>
              </a:spcBef>
              <a:spcAft>
                <a:spcPts val="0"/>
              </a:spcAft>
              <a:buSzPts val="900"/>
              <a:buNone/>
              <a:defRPr sz="900"/>
            </a:lvl7pPr>
            <a:lvl8pPr marL="3657600" lvl="7" indent="-228600" algn="l">
              <a:spcBef>
                <a:spcPts val="600"/>
              </a:spcBef>
              <a:spcAft>
                <a:spcPts val="0"/>
              </a:spcAft>
              <a:buSzPts val="900"/>
              <a:buNone/>
              <a:defRPr sz="900"/>
            </a:lvl8pPr>
            <a:lvl9pPr marL="4114800" lvl="8" indent="-228600" algn="l">
              <a:spcBef>
                <a:spcPts val="600"/>
              </a:spcBef>
              <a:spcAft>
                <a:spcPts val="600"/>
              </a:spcAft>
              <a:buSzPts val="900"/>
              <a:buNone/>
              <a:defRPr sz="900"/>
            </a:lvl9pPr>
          </a:lstStyle>
          <a:p/>
        </p:txBody>
      </p:sp>
      <p:sp>
        <p:nvSpPr>
          <p:cNvPr id="76" name="Google Shape;76;p25"/>
          <p:cNvSpPr txBox="1"/>
          <p:nvPr>
            <p:ph type="dt" idx="10"/>
          </p:nvPr>
        </p:nvSpPr>
        <p:spPr>
          <a:xfrm>
            <a:off x="3885810" y="6041362"/>
            <a:ext cx="976879"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5"/>
          <p:cNvSpPr txBox="1"/>
          <p:nvPr>
            <p:ph type="ftr" idx="11"/>
          </p:nvPr>
        </p:nvSpPr>
        <p:spPr>
          <a:xfrm>
            <a:off x="590396" y="6041362"/>
            <a:ext cx="3295413"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5"/>
          <p:cNvSpPr txBox="1"/>
          <p:nvPr>
            <p:ph type="sldNum" idx="12"/>
          </p:nvPr>
        </p:nvSpPr>
        <p:spPr>
          <a:xfrm>
            <a:off x="4862689"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79" name="Shape 79"/>
        <p:cNvGrpSpPr/>
        <p:nvPr/>
      </p:nvGrpSpPr>
      <p:grpSpPr>
        <a:xfrm>
          <a:off x="0" y="0"/>
          <a:ext cx="0" cy="0"/>
          <a:chOff x="0" y="0"/>
          <a:chExt cx="0" cy="0"/>
        </a:xfrm>
      </p:grpSpPr>
      <p:sp>
        <p:nvSpPr>
          <p:cNvPr id="80" name="Google Shape;80;p26"/>
          <p:cNvSpPr txBox="1"/>
          <p:nvPr>
            <p:ph type="title"/>
          </p:nvPr>
        </p:nvSpPr>
        <p:spPr>
          <a:xfrm>
            <a:off x="810000" y="4800600"/>
            <a:ext cx="10561418" cy="566738"/>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rmAutofit/>
          </a:bodyPr>
          <a:lstStyle>
            <a:lvl1pPr lvl="0" algn="l">
              <a:spcBef>
                <a:spcPts val="0"/>
              </a:spcBef>
              <a:spcAft>
                <a:spcPts val="0"/>
              </a:spcAft>
              <a:buClr>
                <a:srgbClr val="FEFEFE"/>
              </a:buClr>
              <a:buSzPts val="2400"/>
              <a:buFont typeface="Century Gothic" panose="020B0502020202020204"/>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6"/>
          <p:cNvSpPr/>
          <p:nvPr>
            <p:ph type="pic" idx="2"/>
          </p:nvPr>
        </p:nvSpPr>
        <p:spPr>
          <a:xfrm>
            <a:off x="0" y="0"/>
            <a:ext cx="12192000" cy="4800600"/>
          </a:xfrm>
          <a:prstGeom prst="rect">
            <a:avLst/>
          </a:prstGeom>
          <a:noFill/>
          <a:ln w="9525" cap="rnd" cmpd="sng">
            <a:solidFill>
              <a:schemeClr val="lt2"/>
            </a:solidFill>
            <a:prstDash val="solid"/>
            <a:round/>
            <a:headEnd type="none" w="sm" len="sm"/>
            <a:tailEnd type="none" w="sm" len="sm"/>
          </a:ln>
          <a:effectLst>
            <a:outerShdw blurRad="50800">
              <a:srgbClr val="000000">
                <a:alpha val="40000"/>
              </a:srgbClr>
            </a:outerShdw>
          </a:effectLst>
        </p:spPr>
      </p:sp>
      <p:sp>
        <p:nvSpPr>
          <p:cNvPr id="82" name="Google Shape;82;p26"/>
          <p:cNvSpPr txBox="1"/>
          <p:nvPr>
            <p:ph type="body" idx="1"/>
          </p:nvPr>
        </p:nvSpPr>
        <p:spPr>
          <a:xfrm>
            <a:off x="810000" y="5367338"/>
            <a:ext cx="10561418" cy="493712"/>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228600" algn="l">
              <a:spcBef>
                <a:spcPts val="240"/>
              </a:spcBef>
              <a:spcAft>
                <a:spcPts val="0"/>
              </a:spcAft>
              <a:buSzPts val="1200"/>
              <a:buNone/>
              <a:defRPr sz="1200"/>
            </a:lvl1pPr>
            <a:lvl2pPr marL="914400" lvl="1" indent="-228600" algn="l">
              <a:spcBef>
                <a:spcPts val="600"/>
              </a:spcBef>
              <a:spcAft>
                <a:spcPts val="0"/>
              </a:spcAft>
              <a:buSzPts val="1200"/>
              <a:buNone/>
              <a:defRPr sz="1200"/>
            </a:lvl2pPr>
            <a:lvl3pPr marL="1371600" lvl="2" indent="-228600" algn="l">
              <a:spcBef>
                <a:spcPts val="600"/>
              </a:spcBef>
              <a:spcAft>
                <a:spcPts val="0"/>
              </a:spcAft>
              <a:buSzPts val="1000"/>
              <a:buNone/>
              <a:defRPr sz="1000"/>
            </a:lvl3pPr>
            <a:lvl4pPr marL="1828800" lvl="3" indent="-228600" algn="l">
              <a:spcBef>
                <a:spcPts val="600"/>
              </a:spcBef>
              <a:spcAft>
                <a:spcPts val="0"/>
              </a:spcAft>
              <a:buSzPts val="900"/>
              <a:buNone/>
              <a:defRPr sz="900"/>
            </a:lvl4pPr>
            <a:lvl5pPr marL="2286000" lvl="4" indent="-228600" algn="l">
              <a:spcBef>
                <a:spcPts val="600"/>
              </a:spcBef>
              <a:spcAft>
                <a:spcPts val="0"/>
              </a:spcAft>
              <a:buSzPts val="900"/>
              <a:buNone/>
              <a:defRPr sz="900"/>
            </a:lvl5pPr>
            <a:lvl6pPr marL="2743200" lvl="5" indent="-228600" algn="l">
              <a:spcBef>
                <a:spcPts val="600"/>
              </a:spcBef>
              <a:spcAft>
                <a:spcPts val="0"/>
              </a:spcAft>
              <a:buSzPts val="900"/>
              <a:buNone/>
              <a:defRPr sz="900"/>
            </a:lvl6pPr>
            <a:lvl7pPr marL="3200400" lvl="6" indent="-228600" algn="l">
              <a:spcBef>
                <a:spcPts val="600"/>
              </a:spcBef>
              <a:spcAft>
                <a:spcPts val="0"/>
              </a:spcAft>
              <a:buSzPts val="900"/>
              <a:buNone/>
              <a:defRPr sz="900"/>
            </a:lvl7pPr>
            <a:lvl8pPr marL="3657600" lvl="7" indent="-228600" algn="l">
              <a:spcBef>
                <a:spcPts val="600"/>
              </a:spcBef>
              <a:spcAft>
                <a:spcPts val="0"/>
              </a:spcAft>
              <a:buSzPts val="900"/>
              <a:buNone/>
              <a:defRPr sz="900"/>
            </a:lvl8pPr>
            <a:lvl9pPr marL="4114800" lvl="8" indent="-228600" algn="l">
              <a:spcBef>
                <a:spcPts val="600"/>
              </a:spcBef>
              <a:spcAft>
                <a:spcPts val="600"/>
              </a:spcAft>
              <a:buSzPts val="900"/>
              <a:buNone/>
              <a:defRPr sz="900"/>
            </a:lvl9pPr>
          </a:lstStyle>
          <a:p/>
        </p:txBody>
      </p:sp>
      <p:sp>
        <p:nvSpPr>
          <p:cNvPr id="83" name="Google Shape;83;p26"/>
          <p:cNvSpPr txBox="1"/>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6"/>
          <p:cNvSpPr txBox="1"/>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6"/>
          <p:cNvSpPr txBox="1"/>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86" name="Shape 86"/>
        <p:cNvGrpSpPr/>
        <p:nvPr/>
      </p:nvGrpSpPr>
      <p:grpSpPr>
        <a:xfrm>
          <a:off x="0" y="0"/>
          <a:ext cx="0" cy="0"/>
          <a:chOff x="0" y="0"/>
          <a:chExt cx="0" cy="0"/>
        </a:xfrm>
      </p:grpSpPr>
      <p:sp>
        <p:nvSpPr>
          <p:cNvPr id="87" name="Google Shape;87;p27"/>
          <p:cNvSpPr/>
          <p:nvPr/>
        </p:nvSpPr>
        <p:spPr>
          <a:xfrm>
            <a:off x="631697" y="1081456"/>
            <a:ext cx="6332416" cy="3239188"/>
          </a:xfrm>
          <a:custGeom>
            <a:avLst/>
            <a:gdLst/>
            <a:ahLst/>
            <a:cxnLst/>
            <a:rect l="l" t="t" r="r" b="b"/>
            <a:pathLst>
              <a:path w="3384" h="2308" extrusionOk="0">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1">
            <a:blip r:embed="rId2"/>
            <a:tile tx="0" ty="0" sx="100000" sy="100000" flip="none" algn="tl"/>
          </a:blipFill>
          <a:ln w="9525" cap="rnd" cmpd="sng">
            <a:solidFill>
              <a:schemeClr val="accent1"/>
            </a:solidFill>
            <a:prstDash val="solid"/>
            <a:round/>
            <a:headEnd type="none" w="sm" len="sm"/>
            <a:tailEnd type="none" w="sm" len="sm"/>
          </a:ln>
        </p:spPr>
      </p:sp>
      <p:sp>
        <p:nvSpPr>
          <p:cNvPr id="88" name="Google Shape;88;p27"/>
          <p:cNvSpPr txBox="1"/>
          <p:nvPr>
            <p:ph type="title"/>
          </p:nvPr>
        </p:nvSpPr>
        <p:spPr>
          <a:xfrm>
            <a:off x="850985" y="1238502"/>
            <a:ext cx="5893840" cy="2645912"/>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4200"/>
              <a:buFont typeface="Century Gothic" panose="020B0502020202020204"/>
              <a:buNone/>
              <a:defRPr sz="4200" b="1"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7"/>
          <p:cNvSpPr txBox="1"/>
          <p:nvPr>
            <p:ph type="body" idx="1"/>
          </p:nvPr>
        </p:nvSpPr>
        <p:spPr>
          <a:xfrm>
            <a:off x="853190" y="4443680"/>
            <a:ext cx="5891636" cy="713241"/>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Autofit/>
          </a:bodyPr>
          <a:lstStyle>
            <a:lvl1pPr marL="457200" lvl="0" indent="-228600" algn="l">
              <a:spcBef>
                <a:spcPts val="360"/>
              </a:spcBef>
              <a:spcAft>
                <a:spcPts val="0"/>
              </a:spcAft>
              <a:buSzPts val="1800"/>
              <a:buNone/>
              <a:defRPr sz="1800">
                <a:solidFill>
                  <a:schemeClr val="lt1"/>
                </a:solidFill>
              </a:defRPr>
            </a:lvl1pPr>
            <a:lvl2pPr marL="914400" lvl="1" indent="-228600" algn="l">
              <a:spcBef>
                <a:spcPts val="600"/>
              </a:spcBef>
              <a:spcAft>
                <a:spcPts val="0"/>
              </a:spcAft>
              <a:buSzPts val="1800"/>
              <a:buNone/>
              <a:defRPr sz="1800">
                <a:solidFill>
                  <a:schemeClr val="lt1"/>
                </a:solidFill>
              </a:defRPr>
            </a:lvl2pPr>
            <a:lvl3pPr marL="1371600" lvl="2" indent="-228600" algn="l">
              <a:spcBef>
                <a:spcPts val="600"/>
              </a:spcBef>
              <a:spcAft>
                <a:spcPts val="0"/>
              </a:spcAft>
              <a:buSzPts val="1600"/>
              <a:buNone/>
              <a:defRPr sz="1600">
                <a:solidFill>
                  <a:schemeClr val="lt1"/>
                </a:solidFill>
              </a:defRPr>
            </a:lvl3pPr>
            <a:lvl4pPr marL="1828800" lvl="3" indent="-228600" algn="l">
              <a:spcBef>
                <a:spcPts val="600"/>
              </a:spcBef>
              <a:spcAft>
                <a:spcPts val="0"/>
              </a:spcAft>
              <a:buSzPts val="1400"/>
              <a:buNone/>
              <a:defRPr sz="1400">
                <a:solidFill>
                  <a:schemeClr val="lt1"/>
                </a:solidFill>
              </a:defRPr>
            </a:lvl4pPr>
            <a:lvl5pPr marL="2286000" lvl="4" indent="-228600" algn="l">
              <a:spcBef>
                <a:spcPts val="600"/>
              </a:spcBef>
              <a:spcAft>
                <a:spcPts val="0"/>
              </a:spcAft>
              <a:buSzPts val="1400"/>
              <a:buNone/>
              <a:defRPr sz="1400">
                <a:solidFill>
                  <a:schemeClr val="lt1"/>
                </a:solidFill>
              </a:defRPr>
            </a:lvl5pPr>
            <a:lvl6pPr marL="2743200" lvl="5" indent="-228600" algn="l">
              <a:spcBef>
                <a:spcPts val="600"/>
              </a:spcBef>
              <a:spcAft>
                <a:spcPts val="0"/>
              </a:spcAft>
              <a:buSzPts val="1400"/>
              <a:buNone/>
              <a:defRPr sz="1400">
                <a:solidFill>
                  <a:schemeClr val="lt1"/>
                </a:solidFill>
              </a:defRPr>
            </a:lvl6pPr>
            <a:lvl7pPr marL="3200400" lvl="6" indent="-228600" algn="l">
              <a:spcBef>
                <a:spcPts val="600"/>
              </a:spcBef>
              <a:spcAft>
                <a:spcPts val="0"/>
              </a:spcAft>
              <a:buSzPts val="1400"/>
              <a:buNone/>
              <a:defRPr sz="1400">
                <a:solidFill>
                  <a:schemeClr val="lt1"/>
                </a:solidFill>
              </a:defRPr>
            </a:lvl7pPr>
            <a:lvl8pPr marL="3657600" lvl="7" indent="-228600" algn="l">
              <a:spcBef>
                <a:spcPts val="600"/>
              </a:spcBef>
              <a:spcAft>
                <a:spcPts val="0"/>
              </a:spcAft>
              <a:buSzPts val="1400"/>
              <a:buNone/>
              <a:defRPr sz="1400">
                <a:solidFill>
                  <a:schemeClr val="lt1"/>
                </a:solidFill>
              </a:defRPr>
            </a:lvl8pPr>
            <a:lvl9pPr marL="4114800" lvl="8" indent="-228600" algn="l">
              <a:spcBef>
                <a:spcPts val="600"/>
              </a:spcBef>
              <a:spcAft>
                <a:spcPts val="600"/>
              </a:spcAft>
              <a:buSzPts val="1400"/>
              <a:buNone/>
              <a:defRPr sz="1400">
                <a:solidFill>
                  <a:schemeClr val="lt1"/>
                </a:solidFill>
              </a:defRPr>
            </a:lvl9pPr>
          </a:lstStyle>
          <a:p/>
        </p:txBody>
      </p:sp>
      <p:sp>
        <p:nvSpPr>
          <p:cNvPr id="90" name="Google Shape;90;p27"/>
          <p:cNvSpPr txBox="1"/>
          <p:nvPr>
            <p:ph type="body" idx="2"/>
          </p:nvPr>
        </p:nvSpPr>
        <p:spPr>
          <a:xfrm>
            <a:off x="7574642" y="1081456"/>
            <a:ext cx="3810001" cy="407546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228600" algn="l">
              <a:spcBef>
                <a:spcPts val="360"/>
              </a:spcBef>
              <a:spcAft>
                <a:spcPts val="0"/>
              </a:spcAft>
              <a:buSzPts val="1800"/>
              <a:buFont typeface="Century Gothic" panose="020B0502020202020204"/>
              <a:buNone/>
              <a:defRPr/>
            </a:lvl1pPr>
            <a:lvl2pPr marL="914400" lvl="1" indent="-342900" algn="l">
              <a:spcBef>
                <a:spcPts val="600"/>
              </a:spcBef>
              <a:spcAft>
                <a:spcPts val="0"/>
              </a:spcAft>
              <a:buSzPts val="1800"/>
              <a:defRPr/>
            </a:lvl2pPr>
            <a:lvl3pPr marL="1371600" lvl="2" indent="-342900" algn="l">
              <a:spcBef>
                <a:spcPts val="600"/>
              </a:spcBef>
              <a:spcAft>
                <a:spcPts val="0"/>
              </a:spcAft>
              <a:buSzPts val="1800"/>
              <a:defRPr/>
            </a:lvl3pPr>
            <a:lvl4pPr marL="1828800" lvl="3" indent="-342900" algn="l">
              <a:spcBef>
                <a:spcPts val="600"/>
              </a:spcBef>
              <a:spcAft>
                <a:spcPts val="0"/>
              </a:spcAft>
              <a:buSzPts val="1800"/>
              <a:defRPr/>
            </a:lvl4pPr>
            <a:lvl5pPr marL="2286000" lvl="4" indent="-342900" algn="l">
              <a:spcBef>
                <a:spcPts val="600"/>
              </a:spcBef>
              <a:spcAft>
                <a:spcPts val="0"/>
              </a:spcAft>
              <a:buSzPts val="1800"/>
              <a:defRPr/>
            </a:lvl5pPr>
            <a:lvl6pPr marL="2743200" lvl="5" indent="-342900" algn="l">
              <a:spcBef>
                <a:spcPts val="600"/>
              </a:spcBef>
              <a:spcAft>
                <a:spcPts val="0"/>
              </a:spcAft>
              <a:buSzPts val="1800"/>
              <a:defRPr/>
            </a:lvl6pPr>
            <a:lvl7pPr marL="3200400" lvl="6" indent="-342900" algn="l">
              <a:spcBef>
                <a:spcPts val="600"/>
              </a:spcBef>
              <a:spcAft>
                <a:spcPts val="0"/>
              </a:spcAft>
              <a:buSzPts val="1800"/>
              <a:defRPr/>
            </a:lvl7pPr>
            <a:lvl8pPr marL="3657600" lvl="7" indent="-342900" algn="l">
              <a:spcBef>
                <a:spcPts val="600"/>
              </a:spcBef>
              <a:spcAft>
                <a:spcPts val="0"/>
              </a:spcAft>
              <a:buSzPts val="1800"/>
              <a:defRPr/>
            </a:lvl8pPr>
            <a:lvl9pPr marL="4114800" lvl="8" indent="-342900" algn="l">
              <a:spcBef>
                <a:spcPts val="600"/>
              </a:spcBef>
              <a:spcAft>
                <a:spcPts val="600"/>
              </a:spcAft>
              <a:buSzPts val="1800"/>
              <a:defRPr/>
            </a:lvl9pPr>
          </a:lstStyle>
          <a:p/>
        </p:txBody>
      </p:sp>
      <p:sp>
        <p:nvSpPr>
          <p:cNvPr id="91" name="Google Shape;91;p27"/>
          <p:cNvSpPr txBox="1"/>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7"/>
          <p:cNvSpPr txBox="1"/>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27"/>
          <p:cNvSpPr txBox="1"/>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94" name="Shape 94"/>
        <p:cNvGrpSpPr/>
        <p:nvPr/>
      </p:nvGrpSpPr>
      <p:grpSpPr>
        <a:xfrm>
          <a:off x="0" y="0"/>
          <a:ext cx="0" cy="0"/>
          <a:chOff x="0" y="0"/>
          <a:chExt cx="0" cy="0"/>
        </a:xfrm>
      </p:grpSpPr>
      <p:sp>
        <p:nvSpPr>
          <p:cNvPr id="95" name="Google Shape;95;p28"/>
          <p:cNvSpPr/>
          <p:nvPr/>
        </p:nvSpPr>
        <p:spPr>
          <a:xfrm>
            <a:off x="1140884" y="2286585"/>
            <a:ext cx="4895115" cy="2503972"/>
          </a:xfrm>
          <a:custGeom>
            <a:avLst/>
            <a:gdLst/>
            <a:ahLst/>
            <a:cxnLst/>
            <a:rect l="l" t="t" r="r" b="b"/>
            <a:pathLst>
              <a:path w="3384" h="2308" extrusionOk="0">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1">
            <a:blip r:embed="rId2"/>
            <a:tile tx="0" ty="0" sx="100000" sy="100000" flip="none" algn="tl"/>
          </a:blipFill>
          <a:ln w="9525" cap="rnd" cmpd="sng">
            <a:solidFill>
              <a:schemeClr val="accent1"/>
            </a:solidFill>
            <a:prstDash val="solid"/>
            <a:round/>
            <a:headEnd type="none" w="sm" len="sm"/>
            <a:tailEnd type="none" w="sm" len="sm"/>
          </a:ln>
        </p:spPr>
      </p:sp>
      <p:sp>
        <p:nvSpPr>
          <p:cNvPr id="96" name="Google Shape;96;p28"/>
          <p:cNvSpPr txBox="1"/>
          <p:nvPr>
            <p:ph type="title"/>
          </p:nvPr>
        </p:nvSpPr>
        <p:spPr>
          <a:xfrm>
            <a:off x="1357089" y="2435957"/>
            <a:ext cx="4382521" cy="2007789"/>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3200"/>
              <a:buFont typeface="Century Gothic" panose="020B0502020202020204"/>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28"/>
          <p:cNvSpPr txBox="1"/>
          <p:nvPr>
            <p:ph type="body" idx="1"/>
          </p:nvPr>
        </p:nvSpPr>
        <p:spPr>
          <a:xfrm>
            <a:off x="6156000" y="2286000"/>
            <a:ext cx="4880300" cy="229552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228600" algn="l">
              <a:spcBef>
                <a:spcPts val="360"/>
              </a:spcBef>
              <a:spcAft>
                <a:spcPts val="0"/>
              </a:spcAft>
              <a:buSzPts val="1800"/>
              <a:buFont typeface="Century Gothic" panose="020B0502020202020204"/>
              <a:buNone/>
              <a:defRPr/>
            </a:lvl1pPr>
            <a:lvl2pPr marL="914400" lvl="1" indent="-342900" algn="l">
              <a:spcBef>
                <a:spcPts val="600"/>
              </a:spcBef>
              <a:spcAft>
                <a:spcPts val="0"/>
              </a:spcAft>
              <a:buSzPts val="1800"/>
              <a:defRPr/>
            </a:lvl2pPr>
            <a:lvl3pPr marL="1371600" lvl="2" indent="-342900" algn="l">
              <a:spcBef>
                <a:spcPts val="600"/>
              </a:spcBef>
              <a:spcAft>
                <a:spcPts val="0"/>
              </a:spcAft>
              <a:buSzPts val="1800"/>
              <a:defRPr/>
            </a:lvl3pPr>
            <a:lvl4pPr marL="1828800" lvl="3" indent="-342900" algn="l">
              <a:spcBef>
                <a:spcPts val="600"/>
              </a:spcBef>
              <a:spcAft>
                <a:spcPts val="0"/>
              </a:spcAft>
              <a:buSzPts val="1800"/>
              <a:defRPr/>
            </a:lvl4pPr>
            <a:lvl5pPr marL="2286000" lvl="4" indent="-342900" algn="l">
              <a:spcBef>
                <a:spcPts val="600"/>
              </a:spcBef>
              <a:spcAft>
                <a:spcPts val="0"/>
              </a:spcAft>
              <a:buSzPts val="1800"/>
              <a:defRPr/>
            </a:lvl5pPr>
            <a:lvl6pPr marL="2743200" lvl="5" indent="-342900" algn="l">
              <a:spcBef>
                <a:spcPts val="600"/>
              </a:spcBef>
              <a:spcAft>
                <a:spcPts val="0"/>
              </a:spcAft>
              <a:buSzPts val="1800"/>
              <a:defRPr/>
            </a:lvl6pPr>
            <a:lvl7pPr marL="3200400" lvl="6" indent="-342900" algn="l">
              <a:spcBef>
                <a:spcPts val="600"/>
              </a:spcBef>
              <a:spcAft>
                <a:spcPts val="0"/>
              </a:spcAft>
              <a:buSzPts val="1800"/>
              <a:defRPr/>
            </a:lvl7pPr>
            <a:lvl8pPr marL="3657600" lvl="7" indent="-342900" algn="l">
              <a:spcBef>
                <a:spcPts val="600"/>
              </a:spcBef>
              <a:spcAft>
                <a:spcPts val="0"/>
              </a:spcAft>
              <a:buSzPts val="1800"/>
              <a:defRPr/>
            </a:lvl8pPr>
            <a:lvl9pPr marL="4114800" lvl="8" indent="-342900" algn="l">
              <a:spcBef>
                <a:spcPts val="600"/>
              </a:spcBef>
              <a:spcAft>
                <a:spcPts val="600"/>
              </a:spcAft>
              <a:buSzPts val="1800"/>
              <a:defRPr/>
            </a:lvl9pPr>
          </a:lstStyle>
          <a:p/>
        </p:txBody>
      </p:sp>
      <p:sp>
        <p:nvSpPr>
          <p:cNvPr id="98" name="Google Shape;98;p28"/>
          <p:cNvSpPr txBox="1"/>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8"/>
          <p:cNvSpPr txBox="1"/>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28"/>
          <p:cNvSpPr txBox="1"/>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01" name="Shape 101"/>
        <p:cNvGrpSpPr/>
        <p:nvPr/>
      </p:nvGrpSpPr>
      <p:grpSpPr>
        <a:xfrm>
          <a:off x="0" y="0"/>
          <a:ext cx="0" cy="0"/>
          <a:chOff x="0" y="0"/>
          <a:chExt cx="0" cy="0"/>
        </a:xfrm>
      </p:grpSpPr>
      <p:sp>
        <p:nvSpPr>
          <p:cNvPr id="102" name="Google Shape;102;p29"/>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tile tx="0" ty="0" sx="100000" sy="100000" flip="none" algn="tl"/>
          </a:blipFill>
          <a:ln w="9525" cap="rnd" cmpd="sng">
            <a:solidFill>
              <a:schemeClr val="accent1"/>
            </a:solidFill>
            <a:prstDash val="solid"/>
            <a:round/>
            <a:headEnd type="none" w="sm" len="sm"/>
            <a:tailEnd type="none" w="sm" len="sm"/>
          </a:ln>
        </p:spPr>
      </p:sp>
      <p:sp>
        <p:nvSpPr>
          <p:cNvPr id="103" name="Google Shape;103;p29"/>
          <p:cNvSpPr txBox="1"/>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9"/>
          <p:cNvSpPr txBox="1"/>
          <p:nvPr>
            <p:ph type="body" idx="1"/>
          </p:nvPr>
        </p:nvSpPr>
        <p:spPr>
          <a:xfrm rot="5400000">
            <a:off x="4254444" y="-1260043"/>
            <a:ext cx="3674397" cy="1056328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spcBef>
                <a:spcPts val="360"/>
              </a:spcBef>
              <a:spcAft>
                <a:spcPts val="0"/>
              </a:spcAft>
              <a:buSzPts val="1800"/>
              <a:defRPr/>
            </a:lvl1pPr>
            <a:lvl2pPr marL="914400" lvl="1" indent="-342900" algn="l">
              <a:spcBef>
                <a:spcPts val="600"/>
              </a:spcBef>
              <a:spcAft>
                <a:spcPts val="0"/>
              </a:spcAft>
              <a:buSzPts val="1800"/>
              <a:defRPr/>
            </a:lvl2pPr>
            <a:lvl3pPr marL="1371600" lvl="2" indent="-342900" algn="l">
              <a:spcBef>
                <a:spcPts val="600"/>
              </a:spcBef>
              <a:spcAft>
                <a:spcPts val="0"/>
              </a:spcAft>
              <a:buSzPts val="1800"/>
              <a:defRPr/>
            </a:lvl3pPr>
            <a:lvl4pPr marL="1828800" lvl="3" indent="-342900" algn="l">
              <a:spcBef>
                <a:spcPts val="600"/>
              </a:spcBef>
              <a:spcAft>
                <a:spcPts val="0"/>
              </a:spcAft>
              <a:buSzPts val="1800"/>
              <a:defRPr/>
            </a:lvl4pPr>
            <a:lvl5pPr marL="2286000" lvl="4" indent="-342900" algn="l">
              <a:spcBef>
                <a:spcPts val="600"/>
              </a:spcBef>
              <a:spcAft>
                <a:spcPts val="0"/>
              </a:spcAft>
              <a:buSzPts val="1800"/>
              <a:defRPr/>
            </a:lvl5pPr>
            <a:lvl6pPr marL="2743200" lvl="5" indent="-342900" algn="l">
              <a:spcBef>
                <a:spcPts val="600"/>
              </a:spcBef>
              <a:spcAft>
                <a:spcPts val="0"/>
              </a:spcAft>
              <a:buSzPts val="1800"/>
              <a:defRPr/>
            </a:lvl6pPr>
            <a:lvl7pPr marL="3200400" lvl="6" indent="-342900" algn="l">
              <a:spcBef>
                <a:spcPts val="600"/>
              </a:spcBef>
              <a:spcAft>
                <a:spcPts val="0"/>
              </a:spcAft>
              <a:buSzPts val="1800"/>
              <a:defRPr/>
            </a:lvl7pPr>
            <a:lvl8pPr marL="3657600" lvl="7" indent="-342900" algn="l">
              <a:spcBef>
                <a:spcPts val="600"/>
              </a:spcBef>
              <a:spcAft>
                <a:spcPts val="0"/>
              </a:spcAft>
              <a:buSzPts val="1800"/>
              <a:defRPr/>
            </a:lvl8pPr>
            <a:lvl9pPr marL="4114800" lvl="8" indent="-342900" algn="l">
              <a:spcBef>
                <a:spcPts val="600"/>
              </a:spcBef>
              <a:spcAft>
                <a:spcPts val="600"/>
              </a:spcAft>
              <a:buSzPts val="1800"/>
              <a:defRPr/>
            </a:lvl9pPr>
          </a:lstStyle>
          <a:p/>
        </p:txBody>
      </p:sp>
      <p:sp>
        <p:nvSpPr>
          <p:cNvPr id="105" name="Google Shape;105;p29"/>
          <p:cNvSpPr txBox="1"/>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29"/>
          <p:cNvSpPr txBox="1"/>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29"/>
          <p:cNvSpPr txBox="1"/>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08" name="Shape 108"/>
        <p:cNvGrpSpPr/>
        <p:nvPr/>
      </p:nvGrpSpPr>
      <p:grpSpPr>
        <a:xfrm>
          <a:off x="0" y="0"/>
          <a:ext cx="0" cy="0"/>
          <a:chOff x="0" y="0"/>
          <a:chExt cx="0" cy="0"/>
        </a:xfrm>
      </p:grpSpPr>
      <p:sp>
        <p:nvSpPr>
          <p:cNvPr id="109" name="Google Shape;109;p30"/>
          <p:cNvSpPr/>
          <p:nvPr/>
        </p:nvSpPr>
        <p:spPr>
          <a:xfrm>
            <a:off x="7669651" y="446089"/>
            <a:ext cx="4522349" cy="5414962"/>
          </a:xfrm>
          <a:custGeom>
            <a:avLst/>
            <a:gdLst/>
            <a:ahLst/>
            <a:cxnLst/>
            <a:rect l="l" t="t" r="r" b="b"/>
            <a:pathLst>
              <a:path w="2879" h="4320" extrusionOk="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blipFill rotWithShape="1">
            <a:blip r:embed="rId2"/>
            <a:tile tx="0" ty="0" sx="100000" sy="100000" flip="none" algn="tl"/>
          </a:blipFill>
          <a:ln w="9525" cap="rnd" cmpd="sng">
            <a:solidFill>
              <a:schemeClr val="accent1"/>
            </a:solidFill>
            <a:prstDash val="solid"/>
            <a:round/>
            <a:headEnd type="none" w="sm" len="sm"/>
            <a:tailEnd type="none" w="sm" len="sm"/>
          </a:ln>
        </p:spPr>
      </p:sp>
      <p:sp>
        <p:nvSpPr>
          <p:cNvPr id="110" name="Google Shape;110;p30"/>
          <p:cNvSpPr txBox="1"/>
          <p:nvPr>
            <p:ph type="title"/>
          </p:nvPr>
        </p:nvSpPr>
        <p:spPr>
          <a:xfrm rot="5400000">
            <a:off x="6863536" y="1906175"/>
            <a:ext cx="5134798" cy="2494791"/>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30"/>
          <p:cNvSpPr txBox="1"/>
          <p:nvPr>
            <p:ph type="body" idx="1"/>
          </p:nvPr>
        </p:nvSpPr>
        <p:spPr>
          <a:xfrm rot="5400000">
            <a:off x="1408290" y="-152200"/>
            <a:ext cx="5414962" cy="6611540"/>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spcBef>
                <a:spcPts val="360"/>
              </a:spcBef>
              <a:spcAft>
                <a:spcPts val="0"/>
              </a:spcAft>
              <a:buSzPts val="1800"/>
              <a:defRPr/>
            </a:lvl1pPr>
            <a:lvl2pPr marL="914400" lvl="1" indent="-342900" algn="l">
              <a:spcBef>
                <a:spcPts val="600"/>
              </a:spcBef>
              <a:spcAft>
                <a:spcPts val="0"/>
              </a:spcAft>
              <a:buSzPts val="1800"/>
              <a:defRPr/>
            </a:lvl2pPr>
            <a:lvl3pPr marL="1371600" lvl="2" indent="-342900" algn="l">
              <a:spcBef>
                <a:spcPts val="600"/>
              </a:spcBef>
              <a:spcAft>
                <a:spcPts val="0"/>
              </a:spcAft>
              <a:buSzPts val="1800"/>
              <a:defRPr/>
            </a:lvl3pPr>
            <a:lvl4pPr marL="1828800" lvl="3" indent="-342900" algn="l">
              <a:spcBef>
                <a:spcPts val="600"/>
              </a:spcBef>
              <a:spcAft>
                <a:spcPts val="0"/>
              </a:spcAft>
              <a:buSzPts val="1800"/>
              <a:defRPr/>
            </a:lvl4pPr>
            <a:lvl5pPr marL="2286000" lvl="4" indent="-342900" algn="l">
              <a:spcBef>
                <a:spcPts val="600"/>
              </a:spcBef>
              <a:spcAft>
                <a:spcPts val="0"/>
              </a:spcAft>
              <a:buSzPts val="1800"/>
              <a:defRPr/>
            </a:lvl5pPr>
            <a:lvl6pPr marL="2743200" lvl="5" indent="-342900" algn="l">
              <a:spcBef>
                <a:spcPts val="600"/>
              </a:spcBef>
              <a:spcAft>
                <a:spcPts val="0"/>
              </a:spcAft>
              <a:buSzPts val="1800"/>
              <a:defRPr/>
            </a:lvl6pPr>
            <a:lvl7pPr marL="3200400" lvl="6" indent="-342900" algn="l">
              <a:spcBef>
                <a:spcPts val="600"/>
              </a:spcBef>
              <a:spcAft>
                <a:spcPts val="0"/>
              </a:spcAft>
              <a:buSzPts val="1800"/>
              <a:defRPr/>
            </a:lvl7pPr>
            <a:lvl8pPr marL="3657600" lvl="7" indent="-342900" algn="l">
              <a:spcBef>
                <a:spcPts val="600"/>
              </a:spcBef>
              <a:spcAft>
                <a:spcPts val="0"/>
              </a:spcAft>
              <a:buSzPts val="1800"/>
              <a:defRPr/>
            </a:lvl8pPr>
            <a:lvl9pPr marL="4114800" lvl="8" indent="-342900" algn="l">
              <a:spcBef>
                <a:spcPts val="600"/>
              </a:spcBef>
              <a:spcAft>
                <a:spcPts val="600"/>
              </a:spcAft>
              <a:buSzPts val="1800"/>
              <a:defRPr/>
            </a:lvl9pPr>
          </a:lstStyle>
          <a:p/>
        </p:txBody>
      </p:sp>
      <p:sp>
        <p:nvSpPr>
          <p:cNvPr id="112" name="Google Shape;112;p30"/>
          <p:cNvSpPr txBox="1"/>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30"/>
          <p:cNvSpPr txBox="1"/>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30"/>
          <p:cNvSpPr txBox="1"/>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9" name="Shape 9"/>
        <p:cNvGrpSpPr/>
        <p:nvPr/>
      </p:nvGrpSpPr>
      <p:grpSpPr>
        <a:xfrm>
          <a:off x="0" y="0"/>
          <a:ext cx="0" cy="0"/>
          <a:chOff x="0" y="0"/>
          <a:chExt cx="0" cy="0"/>
        </a:xfrm>
      </p:grpSpPr>
      <p:sp>
        <p:nvSpPr>
          <p:cNvPr id="10" name="Google Shape;10;p16"/>
          <p:cNvSpPr txBox="1"/>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marR="0" lvl="0" algn="l" rtl="0">
              <a:spcBef>
                <a:spcPts val="0"/>
              </a:spcBef>
              <a:spcAft>
                <a:spcPts val="0"/>
              </a:spcAft>
              <a:buClr>
                <a:srgbClr val="FEFEFE"/>
              </a:buClr>
              <a:buSzPts val="4000"/>
              <a:buFont typeface="Century Gothic" panose="020B0502020202020204"/>
              <a:buNone/>
              <a:defRPr sz="4000" b="1" i="0" u="none" strike="noStrike" cap="none">
                <a:solidFill>
                  <a:srgbClr val="FEFEFE"/>
                </a:solidFill>
                <a:latin typeface="Century Gothic" panose="020B0502020202020204"/>
                <a:ea typeface="Century Gothic" panose="020B0502020202020204"/>
                <a:cs typeface="Century Gothic" panose="020B0502020202020204"/>
                <a:sym typeface="Century Gothic" panose="020B0502020202020204"/>
              </a:defRPr>
            </a:lvl1pPr>
            <a:lvl2pPr marR="0" lvl="1" algn="l" rtl="0">
              <a:spcBef>
                <a:spcPts val="0"/>
              </a:spcBef>
              <a:spcAft>
                <a:spcPts val="0"/>
              </a:spcAft>
              <a:buSzPts val="1400"/>
              <a:buNone/>
              <a:defRPr sz="1800" b="0" i="0" u="none" strike="noStrike" cap="none">
                <a:solidFill>
                  <a:schemeClr val="lt2"/>
                </a:solidFill>
              </a:defRPr>
            </a:lvl2pPr>
            <a:lvl3pPr marR="0" lvl="2" algn="l" rtl="0">
              <a:spcBef>
                <a:spcPts val="0"/>
              </a:spcBef>
              <a:spcAft>
                <a:spcPts val="0"/>
              </a:spcAft>
              <a:buSzPts val="1400"/>
              <a:buNone/>
              <a:defRPr sz="1800" b="0" i="0" u="none" strike="noStrike" cap="none">
                <a:solidFill>
                  <a:schemeClr val="lt2"/>
                </a:solidFill>
              </a:defRPr>
            </a:lvl3pPr>
            <a:lvl4pPr marR="0" lvl="3" algn="l" rtl="0">
              <a:spcBef>
                <a:spcPts val="0"/>
              </a:spcBef>
              <a:spcAft>
                <a:spcPts val="0"/>
              </a:spcAft>
              <a:buSzPts val="1400"/>
              <a:buNone/>
              <a:defRPr sz="1800" b="0" i="0" u="none" strike="noStrike" cap="none">
                <a:solidFill>
                  <a:schemeClr val="lt2"/>
                </a:solidFill>
              </a:defRPr>
            </a:lvl4pPr>
            <a:lvl5pPr marR="0" lvl="4" algn="l" rtl="0">
              <a:spcBef>
                <a:spcPts val="0"/>
              </a:spcBef>
              <a:spcAft>
                <a:spcPts val="0"/>
              </a:spcAft>
              <a:buSzPts val="1400"/>
              <a:buNone/>
              <a:defRPr sz="1800" b="0" i="0" u="none" strike="noStrike" cap="none">
                <a:solidFill>
                  <a:schemeClr val="lt2"/>
                </a:solidFill>
              </a:defRPr>
            </a:lvl5pPr>
            <a:lvl6pPr marR="0" lvl="5" algn="l" rtl="0">
              <a:spcBef>
                <a:spcPts val="0"/>
              </a:spcBef>
              <a:spcAft>
                <a:spcPts val="0"/>
              </a:spcAft>
              <a:buSzPts val="1400"/>
              <a:buNone/>
              <a:defRPr sz="1800" b="0" i="0" u="none" strike="noStrike" cap="none">
                <a:solidFill>
                  <a:schemeClr val="lt2"/>
                </a:solidFill>
              </a:defRPr>
            </a:lvl6pPr>
            <a:lvl7pPr marR="0" lvl="6" algn="l" rtl="0">
              <a:spcBef>
                <a:spcPts val="0"/>
              </a:spcBef>
              <a:spcAft>
                <a:spcPts val="0"/>
              </a:spcAft>
              <a:buSzPts val="1400"/>
              <a:buNone/>
              <a:defRPr sz="1800" b="0" i="0" u="none" strike="noStrike" cap="none">
                <a:solidFill>
                  <a:schemeClr val="lt2"/>
                </a:solidFill>
              </a:defRPr>
            </a:lvl7pPr>
            <a:lvl8pPr marR="0" lvl="7" algn="l" rtl="0">
              <a:spcBef>
                <a:spcPts val="0"/>
              </a:spcBef>
              <a:spcAft>
                <a:spcPts val="0"/>
              </a:spcAft>
              <a:buSzPts val="1400"/>
              <a:buNone/>
              <a:defRPr sz="1800" b="0" i="0" u="none" strike="noStrike" cap="none">
                <a:solidFill>
                  <a:schemeClr val="lt2"/>
                </a:solidFill>
              </a:defRPr>
            </a:lvl8pPr>
            <a:lvl9pPr marR="0" lvl="8" algn="l" rtl="0">
              <a:spcBef>
                <a:spcPts val="0"/>
              </a:spcBef>
              <a:spcAft>
                <a:spcPts val="0"/>
              </a:spcAft>
              <a:buSzPts val="1400"/>
              <a:buNone/>
              <a:defRPr sz="1800" b="0" i="0" u="none" strike="noStrike" cap="none">
                <a:solidFill>
                  <a:schemeClr val="lt2"/>
                </a:solidFill>
              </a:defRPr>
            </a:lvl9pPr>
          </a:lstStyle>
          <a:p/>
        </p:txBody>
      </p:sp>
      <p:sp>
        <p:nvSpPr>
          <p:cNvPr id="11" name="Google Shape;11;p16"/>
          <p:cNvSpPr txBox="1"/>
          <p:nvPr>
            <p:ph type="body" idx="1"/>
          </p:nvPr>
        </p:nvSpPr>
        <p:spPr>
          <a:xfrm>
            <a:off x="810000" y="2184401"/>
            <a:ext cx="10563285" cy="3674397"/>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marR="0" lvl="0" indent="-342900" algn="l" rtl="0">
              <a:spcBef>
                <a:spcPts val="360"/>
              </a:spcBef>
              <a:spcAft>
                <a:spcPts val="0"/>
              </a:spcAft>
              <a:buClr>
                <a:schemeClr val="accent1"/>
              </a:buClr>
              <a:buSzPts val="1800"/>
              <a:buFont typeface="Noto Sans Symbols"/>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1pPr>
            <a:lvl2pPr marL="914400" marR="0" lvl="1" indent="-330200" algn="l" rtl="0">
              <a:spcBef>
                <a:spcPts val="600"/>
              </a:spcBef>
              <a:spcAft>
                <a:spcPts val="0"/>
              </a:spcAft>
              <a:buClr>
                <a:schemeClr val="accent1"/>
              </a:buClr>
              <a:buSzPts val="1600"/>
              <a:buFont typeface="Noto Sans Symbols"/>
              <a:defRPr sz="16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2pPr>
            <a:lvl3pPr marL="1371600" marR="0" lvl="2" indent="-317500" algn="l" rtl="0">
              <a:spcBef>
                <a:spcPts val="600"/>
              </a:spcBef>
              <a:spcAft>
                <a:spcPts val="0"/>
              </a:spcAft>
              <a:buClr>
                <a:schemeClr val="accent1"/>
              </a:buClr>
              <a:buSzPts val="1400"/>
              <a:buFont typeface="Noto Sans Symbols"/>
              <a:defRPr sz="14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3pPr>
            <a:lvl4pPr marL="1828800" marR="0" lvl="3" indent="-304800" algn="l" rtl="0">
              <a:spcBef>
                <a:spcPts val="600"/>
              </a:spcBef>
              <a:spcAft>
                <a:spcPts val="0"/>
              </a:spcAft>
              <a:buClr>
                <a:schemeClr val="accent1"/>
              </a:buClr>
              <a:buSzPts val="1200"/>
              <a:buFont typeface="Noto Sans Symbols"/>
              <a:defRPr sz="12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4pPr>
            <a:lvl5pPr marL="2286000" marR="0" lvl="4" indent="-304800" algn="l" rtl="0">
              <a:spcBef>
                <a:spcPts val="600"/>
              </a:spcBef>
              <a:spcAft>
                <a:spcPts val="0"/>
              </a:spcAft>
              <a:buClr>
                <a:schemeClr val="accent1"/>
              </a:buClr>
              <a:buSzPts val="1200"/>
              <a:buFont typeface="Noto Sans Symbols"/>
              <a:defRPr sz="12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5pPr>
            <a:lvl6pPr marL="2743200" marR="0" lvl="5" indent="-304800" algn="l" rtl="0">
              <a:spcBef>
                <a:spcPts val="600"/>
              </a:spcBef>
              <a:spcAft>
                <a:spcPts val="0"/>
              </a:spcAft>
              <a:buClr>
                <a:schemeClr val="accent1"/>
              </a:buClr>
              <a:buSzPts val="1200"/>
              <a:buFont typeface="Noto Sans Symbols"/>
              <a:defRPr sz="12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6pPr>
            <a:lvl7pPr marL="3200400" marR="0" lvl="6" indent="-304800" algn="l" rtl="0">
              <a:spcBef>
                <a:spcPts val="600"/>
              </a:spcBef>
              <a:spcAft>
                <a:spcPts val="0"/>
              </a:spcAft>
              <a:buClr>
                <a:schemeClr val="accent1"/>
              </a:buClr>
              <a:buSzPts val="1200"/>
              <a:buFont typeface="Noto Sans Symbols"/>
              <a:defRPr sz="12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7pPr>
            <a:lvl8pPr marL="3657600" marR="0" lvl="7" indent="-304800" algn="l" rtl="0">
              <a:spcBef>
                <a:spcPts val="600"/>
              </a:spcBef>
              <a:spcAft>
                <a:spcPts val="0"/>
              </a:spcAft>
              <a:buClr>
                <a:schemeClr val="accent1"/>
              </a:buClr>
              <a:buSzPts val="1200"/>
              <a:buFont typeface="Noto Sans Symbols"/>
              <a:defRPr sz="12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8pPr>
            <a:lvl9pPr marL="4114800" marR="0" lvl="8" indent="-304800" algn="l" rtl="0">
              <a:spcBef>
                <a:spcPts val="600"/>
              </a:spcBef>
              <a:spcAft>
                <a:spcPts val="600"/>
              </a:spcAft>
              <a:buClr>
                <a:schemeClr val="accent1"/>
              </a:buClr>
              <a:buSzPts val="1200"/>
              <a:buFont typeface="Noto Sans Symbols"/>
              <a:defRPr sz="12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9pPr>
          </a:lstStyle>
          <a:p/>
        </p:txBody>
      </p:sp>
      <p:sp>
        <p:nvSpPr>
          <p:cNvPr id="12" name="Google Shape;12;p16"/>
          <p:cNvSpPr txBox="1"/>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9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1pPr>
            <a:lvl2pPr marR="0" lvl="1"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2pPr>
            <a:lvl3pPr marR="0" lvl="2"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3pPr>
            <a:lvl4pPr marR="0" lvl="3"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4pPr>
            <a:lvl5pPr marR="0" lvl="4"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5pPr>
            <a:lvl6pPr marR="0" lvl="5"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6pPr>
            <a:lvl7pPr marR="0" lvl="6"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7pPr>
            <a:lvl8pPr marR="0" lvl="7"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8pPr>
            <a:lvl9pPr marR="0" lvl="8"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9pPr>
          </a:lstStyle>
          <a:p/>
        </p:txBody>
      </p:sp>
      <p:sp>
        <p:nvSpPr>
          <p:cNvPr id="13" name="Google Shape;13;p16"/>
          <p:cNvSpPr txBox="1"/>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marR="0" lvl="0" algn="r" rtl="0">
              <a:spcBef>
                <a:spcPts val="0"/>
              </a:spcBef>
              <a:spcAft>
                <a:spcPts val="0"/>
              </a:spcAft>
              <a:buSzPts val="1400"/>
              <a:buNone/>
              <a:defRPr sz="9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1pPr>
            <a:lvl2pPr marR="0" lvl="1"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2pPr>
            <a:lvl3pPr marR="0" lvl="2"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3pPr>
            <a:lvl4pPr marR="0" lvl="3"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4pPr>
            <a:lvl5pPr marR="0" lvl="4"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5pPr>
            <a:lvl6pPr marR="0" lvl="5"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6pPr>
            <a:lvl7pPr marR="0" lvl="6"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7pPr>
            <a:lvl8pPr marR="0" lvl="7"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8pPr>
            <a:lvl9pPr marR="0" lvl="8" algn="l" rtl="0">
              <a:spcBef>
                <a:spcPts val="0"/>
              </a:spcBef>
              <a:spcAft>
                <a:spcPts val="0"/>
              </a:spcAft>
              <a:buSzPts val="1400"/>
              <a:buNone/>
              <a:defRPr sz="1800" b="0" i="0" u="none" strike="noStrike" cap="none">
                <a:solidFill>
                  <a:schemeClr val="lt1"/>
                </a:solidFill>
                <a:latin typeface="Century Gothic" panose="020B0502020202020204"/>
                <a:ea typeface="Century Gothic" panose="020B0502020202020204"/>
                <a:cs typeface="Century Gothic" panose="020B0502020202020204"/>
                <a:sym typeface="Century Gothic" panose="020B0502020202020204"/>
              </a:defRPr>
            </a:lvl9pPr>
          </a:lstStyle>
          <a:p/>
        </p:txBody>
      </p:sp>
      <p:sp>
        <p:nvSpPr>
          <p:cNvPr id="14" name="Google Shape;14;p16"/>
          <p:cNvSpPr txBox="1"/>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rtl="0">
              <a:spcBef>
                <a:spcPts val="0"/>
              </a:spcBef>
              <a:buNone/>
              <a:defRPr sz="2000" b="0" i="0" u="none" strike="noStrike" cap="none">
                <a:solidFill>
                  <a:schemeClr val="accent1"/>
                </a:solidFill>
                <a:latin typeface="Century Gothic" panose="020B0502020202020204"/>
                <a:ea typeface="Century Gothic" panose="020B0502020202020204"/>
                <a:cs typeface="Century Gothic" panose="020B0502020202020204"/>
                <a:sym typeface="Century Gothic" panose="020B0502020202020204"/>
              </a:defRPr>
            </a:lvl1pPr>
            <a:lvl2pPr marL="0" marR="0" lvl="1" indent="0" algn="r" rtl="0">
              <a:spcBef>
                <a:spcPts val="0"/>
              </a:spcBef>
              <a:buNone/>
              <a:defRPr sz="2000" b="0" i="0" u="none" strike="noStrike" cap="none">
                <a:solidFill>
                  <a:schemeClr val="accent1"/>
                </a:solidFill>
                <a:latin typeface="Century Gothic" panose="020B0502020202020204"/>
                <a:ea typeface="Century Gothic" panose="020B0502020202020204"/>
                <a:cs typeface="Century Gothic" panose="020B0502020202020204"/>
                <a:sym typeface="Century Gothic" panose="020B0502020202020204"/>
              </a:defRPr>
            </a:lvl2pPr>
            <a:lvl3pPr marL="0" marR="0" lvl="2" indent="0" algn="r" rtl="0">
              <a:spcBef>
                <a:spcPts val="0"/>
              </a:spcBef>
              <a:buNone/>
              <a:defRPr sz="2000" b="0" i="0" u="none" strike="noStrike" cap="none">
                <a:solidFill>
                  <a:schemeClr val="accent1"/>
                </a:solidFill>
                <a:latin typeface="Century Gothic" panose="020B0502020202020204"/>
                <a:ea typeface="Century Gothic" panose="020B0502020202020204"/>
                <a:cs typeface="Century Gothic" panose="020B0502020202020204"/>
                <a:sym typeface="Century Gothic" panose="020B0502020202020204"/>
              </a:defRPr>
            </a:lvl3pPr>
            <a:lvl4pPr marL="0" marR="0" lvl="3" indent="0" algn="r" rtl="0">
              <a:spcBef>
                <a:spcPts val="0"/>
              </a:spcBef>
              <a:buNone/>
              <a:defRPr sz="2000" b="0" i="0" u="none" strike="noStrike" cap="none">
                <a:solidFill>
                  <a:schemeClr val="accent1"/>
                </a:solidFill>
                <a:latin typeface="Century Gothic" panose="020B0502020202020204"/>
                <a:ea typeface="Century Gothic" panose="020B0502020202020204"/>
                <a:cs typeface="Century Gothic" panose="020B0502020202020204"/>
                <a:sym typeface="Century Gothic" panose="020B0502020202020204"/>
              </a:defRPr>
            </a:lvl4pPr>
            <a:lvl5pPr marL="0" marR="0" lvl="4" indent="0" algn="r" rtl="0">
              <a:spcBef>
                <a:spcPts val="0"/>
              </a:spcBef>
              <a:buNone/>
              <a:defRPr sz="2000" b="0" i="0" u="none" strike="noStrike" cap="none">
                <a:solidFill>
                  <a:schemeClr val="accent1"/>
                </a:solidFill>
                <a:latin typeface="Century Gothic" panose="020B0502020202020204"/>
                <a:ea typeface="Century Gothic" panose="020B0502020202020204"/>
                <a:cs typeface="Century Gothic" panose="020B0502020202020204"/>
                <a:sym typeface="Century Gothic" panose="020B0502020202020204"/>
              </a:defRPr>
            </a:lvl5pPr>
            <a:lvl6pPr marL="0" marR="0" lvl="5" indent="0" algn="r" rtl="0">
              <a:spcBef>
                <a:spcPts val="0"/>
              </a:spcBef>
              <a:buNone/>
              <a:defRPr sz="2000" b="0" i="0" u="none" strike="noStrike" cap="none">
                <a:solidFill>
                  <a:schemeClr val="accent1"/>
                </a:solidFill>
                <a:latin typeface="Century Gothic" panose="020B0502020202020204"/>
                <a:ea typeface="Century Gothic" panose="020B0502020202020204"/>
                <a:cs typeface="Century Gothic" panose="020B0502020202020204"/>
                <a:sym typeface="Century Gothic" panose="020B0502020202020204"/>
              </a:defRPr>
            </a:lvl6pPr>
            <a:lvl7pPr marL="0" marR="0" lvl="6" indent="0" algn="r" rtl="0">
              <a:spcBef>
                <a:spcPts val="0"/>
              </a:spcBef>
              <a:buNone/>
              <a:defRPr sz="2000" b="0" i="0" u="none" strike="noStrike" cap="none">
                <a:solidFill>
                  <a:schemeClr val="accent1"/>
                </a:solidFill>
                <a:latin typeface="Century Gothic" panose="020B0502020202020204"/>
                <a:ea typeface="Century Gothic" panose="020B0502020202020204"/>
                <a:cs typeface="Century Gothic" panose="020B0502020202020204"/>
                <a:sym typeface="Century Gothic" panose="020B0502020202020204"/>
              </a:defRPr>
            </a:lvl7pPr>
            <a:lvl8pPr marL="0" marR="0" lvl="7" indent="0" algn="r" rtl="0">
              <a:spcBef>
                <a:spcPts val="0"/>
              </a:spcBef>
              <a:buNone/>
              <a:defRPr sz="2000" b="0" i="0" u="none" strike="noStrike" cap="none">
                <a:solidFill>
                  <a:schemeClr val="accent1"/>
                </a:solidFill>
                <a:latin typeface="Century Gothic" panose="020B0502020202020204"/>
                <a:ea typeface="Century Gothic" panose="020B0502020202020204"/>
                <a:cs typeface="Century Gothic" panose="020B0502020202020204"/>
                <a:sym typeface="Century Gothic" panose="020B0502020202020204"/>
              </a:defRPr>
            </a:lvl8pPr>
            <a:lvl9pPr marL="0" marR="0" lvl="8" indent="0" algn="r" rtl="0">
              <a:spcBef>
                <a:spcPts val="0"/>
              </a:spcBef>
              <a:buNone/>
              <a:defRPr sz="2000" b="0" i="0" u="none" strike="noStrike" cap="none">
                <a:solidFill>
                  <a:schemeClr val="accent1"/>
                </a:solidFill>
                <a:latin typeface="Century Gothic" panose="020B0502020202020204"/>
                <a:ea typeface="Century Gothic" panose="020B0502020202020204"/>
                <a:cs typeface="Century Gothic" panose="020B0502020202020204"/>
                <a:sym typeface="Century Gothic" panose="020B0502020202020204"/>
              </a:defRPr>
            </a:lvl9pPr>
          </a:lstStyle>
          <a:p>
            <a:pPr marL="0" lvl="0" indent="0" algn="r" rtl="0">
              <a:spcBef>
                <a:spcPts val="0"/>
              </a:spcBef>
              <a:spcAft>
                <a:spcPts val="0"/>
              </a:spcAft>
              <a:buNone/>
            </a:pPr>
            <a:fld id="{00000000-1234-1234-1234-123412341234}" type="slidenum">
              <a:rPr lang="en-IN"/>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1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slideLayout" Target="../slideLayouts/slideLayout2.xml"/><Relationship Id="rId4" Type="http://schemas.openxmlformats.org/officeDocument/2006/relationships/notesSlide" Target="../notesSlides/notesSlide22.xml"/><Relationship Id="rId5"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15.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slideLayout" Target="../slideLayouts/slideLayout2.xml"/><Relationship Id="rId4" Type="http://schemas.openxmlformats.org/officeDocument/2006/relationships/notesSlide" Target="../notesSlides/notesSlide20.xml"/><Relationship Id="rId5" Type="http://schemas.openxmlformats.org/officeDocument/2006/relationships/image" Target="../media/image6.jpg"/></Relationships>
</file>

<file path=ppt/slides/_rels/slide17.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18.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19.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_rels/slide20.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slideLayout" Target="../slideLayouts/slideLayout2.xml"/><Relationship Id="rId4" Type="http://schemas.openxmlformats.org/officeDocument/2006/relationships/image" Target="../media/image7.png"/><Relationship Id="rId5"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slideLayout" Target="../slideLayouts/slideLayout2.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slideLayout" Target="../slideLayouts/slideLayout2.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slideLayout" Target="../slideLayouts/slideLayout2.xml"/><Relationship Id="rId4" Type="http://schemas.openxmlformats.org/officeDocument/2006/relationships/notesSlide" Target="../notesSlides/notesSlide29.xml"/></Relationships>
</file>

<file path=ppt/slides/_rels/slide24.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_rels/slide25.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_rels/slide26.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slideLayout" Target="../slideLayouts/slideLayout2.xml"/><Relationship Id="rId4"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18" name="Shape 118"/>
        <p:cNvGrpSpPr/>
        <p:nvPr/>
      </p:nvGrpSpPr>
      <p:grpSpPr>
        <a:xfrm>
          <a:off x="0" y="0"/>
          <a:ext cx="0" cy="0"/>
          <a:chOff x="0" y="0"/>
          <a:chExt cx="0" cy="0"/>
        </a:xfrm>
      </p:grpSpPr>
      <p:sp>
        <p:nvSpPr>
          <p:cNvPr id="119" name="Google Shape;119;p1"/>
          <p:cNvSpPr txBox="1"/>
          <p:nvPr/>
        </p:nvSpPr>
        <p:spPr>
          <a:xfrm>
            <a:off x="7355205" y="5382895"/>
            <a:ext cx="4655185" cy="139827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IN" sz="20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PRESENTED BY:</a:t>
            </a:r>
            <a:endParaRPr b="1">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r>
              <a:rPr lang="en-US" altLang="en-IN" sz="2000" b="1">
                <a:solidFill>
                  <a:schemeClr val="dk1"/>
                </a:solidFill>
                <a:latin typeface="Times New Roman" panose="02020603050405020304"/>
                <a:ea typeface="Times New Roman" panose="02020603050405020304"/>
                <a:cs typeface="Times New Roman" panose="02020603050405020304"/>
                <a:sym typeface="Times New Roman" panose="02020603050405020304"/>
              </a:rPr>
              <a:t>Kevin Norman                  2300970310096</a:t>
            </a:r>
            <a:endParaRPr lang="en-US" altLang="en-IN" sz="20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r>
              <a:rPr lang="en-US" altLang="en-IN" sz="2000" b="1">
                <a:solidFill>
                  <a:schemeClr val="dk1"/>
                </a:solidFill>
                <a:latin typeface="Times New Roman" panose="02020603050405020304"/>
                <a:ea typeface="Times New Roman" panose="02020603050405020304"/>
                <a:cs typeface="Times New Roman" panose="02020603050405020304"/>
                <a:sym typeface="Times New Roman" panose="02020603050405020304"/>
              </a:rPr>
              <a:t>Md Kaif</a:t>
            </a:r>
            <a:r>
              <a:rPr lang="en-IN" sz="2000" b="1">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altLang="en-IN" sz="2000" b="1">
                <a:solidFill>
                  <a:schemeClr val="dk1"/>
                </a:solidFill>
                <a:latin typeface="Times New Roman" panose="02020603050405020304"/>
                <a:ea typeface="Times New Roman" panose="02020603050405020304"/>
                <a:cs typeface="Times New Roman" panose="02020603050405020304"/>
                <a:sym typeface="Times New Roman" panose="02020603050405020304"/>
              </a:rPr>
              <a:t>                            2300970310108</a:t>
            </a:r>
            <a:endParaRPr sz="20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Font typeface="Arial" panose="020B0604020202020204"/>
              <a:buNone/>
            </a:pPr>
            <a:r>
              <a:rPr lang="en-US" altLang="en-IN" sz="2000" b="1">
                <a:solidFill>
                  <a:schemeClr val="dk1"/>
                </a:solidFill>
                <a:latin typeface="Times New Roman" panose="02020603050405020304"/>
                <a:ea typeface="Times New Roman" panose="02020603050405020304"/>
                <a:cs typeface="Times New Roman" panose="02020603050405020304"/>
                <a:sym typeface="Times New Roman" panose="02020603050405020304"/>
              </a:rPr>
              <a:t>Aryan Kumar Srivastav  2200970310048</a:t>
            </a:r>
            <a:endParaRPr sz="20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b="1">
              <a:latin typeface="Times New Roman" panose="02020603050405020304"/>
              <a:ea typeface="Times New Roman" panose="02020603050405020304"/>
              <a:cs typeface="Times New Roman" panose="02020603050405020304"/>
              <a:sym typeface="Times New Roman" panose="02020603050405020304"/>
            </a:endParaRPr>
          </a:p>
        </p:txBody>
      </p:sp>
      <p:sp>
        <p:nvSpPr>
          <p:cNvPr id="120" name="Google Shape;120;p1"/>
          <p:cNvSpPr txBox="1"/>
          <p:nvPr/>
        </p:nvSpPr>
        <p:spPr>
          <a:xfrm>
            <a:off x="98023" y="2053199"/>
            <a:ext cx="11916000" cy="125920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altLang="en-IN" sz="3800" b="1">
                <a:solidFill>
                  <a:srgbClr val="002F4A"/>
                </a:solidFill>
                <a:latin typeface="Times New Roman" panose="02020603050405020304"/>
                <a:ea typeface="Times New Roman" panose="02020603050405020304"/>
                <a:cs typeface="Times New Roman" panose="02020603050405020304"/>
                <a:sym typeface="Times New Roman" panose="02020603050405020304"/>
              </a:rPr>
              <a:t>ARDUINO-BASED HEXAPOD FOR EMERGENCY AND SURVEILLANCE</a:t>
            </a:r>
            <a:endParaRPr lang="en-US" altLang="en-IN" sz="3800" b="1" i="0" strike="noStrike" cap="none">
              <a:solidFill>
                <a:srgbClr val="002F4A"/>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21" name="Google Shape;121;p1" descr="A picture containing drawing, food&#10;&#10;Description automatically generated"/>
          <p:cNvPicPr preferRelativeResize="0"/>
          <p:nvPr/>
        </p:nvPicPr>
        <p:blipFill rotWithShape="1">
          <a:blip r:embed="rId1"/>
          <a:srcRect/>
          <a:stretch>
            <a:fillRect/>
          </a:stretch>
        </p:blipFill>
        <p:spPr>
          <a:xfrm>
            <a:off x="265700" y="151610"/>
            <a:ext cx="1494437" cy="1309645"/>
          </a:xfrm>
          <a:prstGeom prst="rect">
            <a:avLst/>
          </a:prstGeom>
          <a:noFill/>
          <a:ln>
            <a:noFill/>
          </a:ln>
        </p:spPr>
      </p:pic>
      <p:pic>
        <p:nvPicPr>
          <p:cNvPr id="122" name="Google Shape;122;p1" descr="A picture containing drawing&#10;&#10;Description automatically generated"/>
          <p:cNvPicPr preferRelativeResize="0"/>
          <p:nvPr/>
        </p:nvPicPr>
        <p:blipFill rotWithShape="1">
          <a:blip r:embed="rId2"/>
          <a:srcRect/>
          <a:stretch>
            <a:fillRect/>
          </a:stretch>
        </p:blipFill>
        <p:spPr>
          <a:xfrm>
            <a:off x="10449497" y="151609"/>
            <a:ext cx="1353762" cy="1303128"/>
          </a:xfrm>
          <a:prstGeom prst="rect">
            <a:avLst/>
          </a:prstGeom>
          <a:noFill/>
          <a:ln>
            <a:noFill/>
          </a:ln>
        </p:spPr>
      </p:pic>
      <p:sp>
        <p:nvSpPr>
          <p:cNvPr id="123" name="Google Shape;123;p1"/>
          <p:cNvSpPr txBox="1"/>
          <p:nvPr/>
        </p:nvSpPr>
        <p:spPr>
          <a:xfrm>
            <a:off x="2224977" y="541326"/>
            <a:ext cx="7530858"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4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DEPARTMENT OF ELECTRONICS AND COMMUNICATION ENGINEERING</a:t>
            </a:r>
            <a:endParaRPr sz="180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4" name="Google Shape;124;p1"/>
          <p:cNvSpPr txBox="1"/>
          <p:nvPr/>
        </p:nvSpPr>
        <p:spPr>
          <a:xfrm>
            <a:off x="240665" y="5207635"/>
            <a:ext cx="4859655" cy="1567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4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Under the Mentorship of </a:t>
            </a:r>
            <a:endParaRPr sz="24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2400" b="1">
                <a:latin typeface="Times New Roman" panose="02020603050405020304"/>
                <a:ea typeface="Times New Roman" panose="02020603050405020304"/>
                <a:cs typeface="Times New Roman" panose="02020603050405020304"/>
                <a:sym typeface="Times New Roman" panose="02020603050405020304"/>
              </a:rPr>
              <a:t>Name:</a:t>
            </a:r>
            <a:r>
              <a:rPr lang="en-US" altLang="en-IN" sz="2400" b="1">
                <a:latin typeface="Times New Roman" panose="02020603050405020304"/>
                <a:ea typeface="Times New Roman" panose="02020603050405020304"/>
                <a:cs typeface="Times New Roman" panose="02020603050405020304"/>
                <a:sym typeface="Times New Roman" panose="02020603050405020304"/>
              </a:rPr>
              <a:t> Mr. Amanpreet Singh Saini</a:t>
            </a:r>
            <a:endParaRPr sz="2400" b="1">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2400" b="1">
                <a:latin typeface="Times New Roman" panose="02020603050405020304"/>
                <a:ea typeface="Times New Roman" panose="02020603050405020304"/>
                <a:cs typeface="Times New Roman" panose="02020603050405020304"/>
                <a:sym typeface="Times New Roman" panose="02020603050405020304"/>
              </a:rPr>
              <a:t>Designation:</a:t>
            </a:r>
            <a:r>
              <a:rPr lang="en-US" altLang="en-IN" sz="2400" b="1">
                <a:latin typeface="Times New Roman" panose="02020603050405020304"/>
                <a:ea typeface="Times New Roman" panose="02020603050405020304"/>
                <a:cs typeface="Times New Roman" panose="02020603050405020304"/>
                <a:sym typeface="Times New Roman" panose="02020603050405020304"/>
              </a:rPr>
              <a:t> Assistant Professor</a:t>
            </a:r>
            <a:endParaRPr lang="en-US" altLang="en-IN" sz="2400" b="1">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altLang="en-IN" sz="2400" b="1">
                <a:latin typeface="Times New Roman" panose="02020603050405020304"/>
                <a:ea typeface="Times New Roman" panose="02020603050405020304"/>
                <a:cs typeface="Times New Roman" panose="02020603050405020304"/>
                <a:sym typeface="Times New Roman" panose="02020603050405020304"/>
              </a:rPr>
              <a:t>(Department of ECE)</a:t>
            </a:r>
            <a:endParaRPr lang="en-US" altLang="en-IN" sz="24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5" name="Google Shape;125;p1"/>
          <p:cNvSpPr txBox="1"/>
          <p:nvPr/>
        </p:nvSpPr>
        <p:spPr>
          <a:xfrm>
            <a:off x="2383850" y="1370327"/>
            <a:ext cx="775264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a:solidFill>
                  <a:schemeClr val="lt1"/>
                </a:solidFill>
                <a:latin typeface="Times New Roman" panose="02020603050405020304"/>
                <a:ea typeface="Times New Roman" panose="02020603050405020304"/>
                <a:cs typeface="Times New Roman" panose="02020603050405020304"/>
                <a:sym typeface="Times New Roman" panose="02020603050405020304"/>
              </a:rPr>
              <a:t>        </a:t>
            </a:r>
            <a:r>
              <a:rPr lang="en-IN" sz="180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Galgotias </a:t>
            </a:r>
            <a:r>
              <a:rPr lang="en-IN" sz="1800">
                <a:solidFill>
                  <a:schemeClr val="lt1"/>
                </a:solidFill>
                <a:latin typeface="Times New Roman" panose="02020603050405020304"/>
                <a:ea typeface="Times New Roman" panose="02020603050405020304"/>
                <a:cs typeface="Times New Roman" panose="02020603050405020304"/>
                <a:sym typeface="Times New Roman" panose="02020603050405020304"/>
              </a:rPr>
              <a:t>C</a:t>
            </a:r>
            <a:r>
              <a:rPr lang="en-IN" sz="180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ollege of Engineering and Technology, Gr. Noida (U.P.)</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126" name="Google Shape;126;p1"/>
          <p:cNvSpPr txBox="1"/>
          <p:nvPr/>
        </p:nvSpPr>
        <p:spPr>
          <a:xfrm>
            <a:off x="7463080" y="4932440"/>
            <a:ext cx="4655028" cy="367030"/>
          </a:xfrm>
          <a:prstGeom prst="rect">
            <a:avLst/>
          </a:prstGeom>
          <a:solidFill>
            <a:schemeClr val="dk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8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Group No. - </a:t>
            </a:r>
            <a:r>
              <a:rPr lang="en-US" altLang="en-IN" sz="18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B9</a:t>
            </a:r>
            <a:endParaRPr lang="en-US" altLang="en-IN" sz="18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4CABF"/>
        </a:solidFill>
        <a:effectLst/>
      </p:bgPr>
    </p:bg>
    <p:spTree>
      <p:nvGrpSpPr>
        <p:cNvPr id="130" name="Shape 130"/>
        <p:cNvGrpSpPr/>
        <p:nvPr/>
      </p:nvGrpSpPr>
      <p:grpSpPr>
        <a:xfrm>
          <a:off x="0" y="0"/>
          <a:ext cx="0" cy="0"/>
          <a:chOff x="0" y="0"/>
          <a:chExt cx="0" cy="0"/>
        </a:xfrm>
      </p:grpSpPr>
      <p:sp>
        <p:nvSpPr>
          <p:cNvPr id="131" name="Google Shape;131;g3f86c170c19_0_136"/>
          <p:cNvSpPr txBox="1"/>
          <p:nvPr/>
        </p:nvSpPr>
        <p:spPr>
          <a:xfrm>
            <a:off x="221891" y="1405131"/>
            <a:ext cx="11748300" cy="7695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24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215900" algn="just" rtl="0">
              <a:spcBef>
                <a:spcPts val="0"/>
              </a:spcBef>
              <a:spcAft>
                <a:spcPts val="0"/>
              </a:spcAft>
              <a:buClr>
                <a:schemeClr val="lt1"/>
              </a:buClr>
              <a:buSzPts val="2000"/>
              <a:buFont typeface="Arial" panose="020B0604020202020204"/>
              <a:buNone/>
            </a:pPr>
            <a:endParaRPr sz="2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2" name="Google Shape;132;g3f86c170c19_0_136"/>
          <p:cNvSpPr txBox="1"/>
          <p:nvPr/>
        </p:nvSpPr>
        <p:spPr>
          <a:xfrm>
            <a:off x="543560" y="43180"/>
            <a:ext cx="10813415" cy="6832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8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28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r>
              <a:rPr lang="en-IN" sz="2800" b="1">
                <a:solidFill>
                  <a:schemeClr val="lt1"/>
                </a:solidFill>
                <a:latin typeface="Times New Roman" panose="02020603050405020304"/>
                <a:ea typeface="Times New Roman" panose="02020603050405020304"/>
                <a:cs typeface="Times New Roman" panose="02020603050405020304"/>
                <a:sym typeface="Times New Roman" panose="02020603050405020304"/>
              </a:rPr>
              <a:t>TITLE</a:t>
            </a:r>
            <a:r>
              <a:rPr lang="en-US" altLang="en-IN" sz="2800" b="1">
                <a:solidFill>
                  <a:schemeClr val="lt1"/>
                </a:solidFill>
                <a:latin typeface="Times New Roman" panose="02020603050405020304"/>
                <a:ea typeface="Times New Roman" panose="02020603050405020304"/>
                <a:cs typeface="Times New Roman" panose="02020603050405020304"/>
                <a:sym typeface="Times New Roman" panose="02020603050405020304"/>
              </a:rPr>
              <a:t> OF PROJECT</a:t>
            </a:r>
            <a:r>
              <a:rPr lang="en-IN" sz="2800" b="1">
                <a:solidFill>
                  <a:schemeClr val="lt1"/>
                </a:solidFill>
                <a:latin typeface="Times New Roman" panose="02020603050405020304"/>
                <a:ea typeface="Times New Roman" panose="02020603050405020304"/>
                <a:cs typeface="Times New Roman" panose="02020603050405020304"/>
                <a:sym typeface="Times New Roman" panose="02020603050405020304"/>
              </a:rPr>
              <a:t>:</a:t>
            </a:r>
            <a:r>
              <a:rPr lang="en-US" altLang="en-IN" sz="2800" b="1">
                <a:solidFill>
                  <a:srgbClr val="002F4A"/>
                </a:solidFill>
                <a:latin typeface="Times New Roman" panose="02020603050405020304"/>
                <a:ea typeface="Times New Roman" panose="02020603050405020304"/>
                <a:cs typeface="Times New Roman" panose="02020603050405020304"/>
                <a:sym typeface="Times New Roman" panose="02020603050405020304"/>
              </a:rPr>
              <a:t>ARDUINO-BASED HEXAPOD FOR EMERGENCY AND SURVEILLANCE</a:t>
            </a:r>
            <a:endParaRPr lang="en-US" altLang="en-IN" sz="2800" b="1" i="0" strike="noStrike" cap="none">
              <a:solidFill>
                <a:srgbClr val="002F4A"/>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2800" b="1">
                <a:solidFill>
                  <a:schemeClr val="lt1"/>
                </a:solidFill>
                <a:latin typeface="Times New Roman" panose="02020603050405020304"/>
                <a:ea typeface="Times New Roman" panose="02020603050405020304"/>
                <a:cs typeface="Times New Roman" panose="02020603050405020304"/>
                <a:sym typeface="Times New Roman" panose="02020603050405020304"/>
              </a:rPr>
              <a:t>SDG GOALS:</a:t>
            </a:r>
            <a:endParaRPr sz="28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28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28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28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28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28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33" name="Google Shape;133;g3f86c170c19_0_136" descr="A picture containing drawing, food&#10;&#10;Description automatically generated"/>
          <p:cNvPicPr preferRelativeResize="0"/>
          <p:nvPr/>
        </p:nvPicPr>
        <p:blipFill rotWithShape="1">
          <a:blip r:embed="rId1"/>
          <a:srcRect/>
          <a:stretch>
            <a:fillRect/>
          </a:stretch>
        </p:blipFill>
        <p:spPr>
          <a:xfrm>
            <a:off x="34148" y="-2749"/>
            <a:ext cx="878075" cy="769500"/>
          </a:xfrm>
          <a:prstGeom prst="rect">
            <a:avLst/>
          </a:prstGeom>
          <a:noFill/>
          <a:ln>
            <a:noFill/>
          </a:ln>
        </p:spPr>
      </p:pic>
      <p:pic>
        <p:nvPicPr>
          <p:cNvPr id="134" name="Google Shape;134;g3f86c170c19_0_136" descr="A picture containing drawing&#10;&#10;Description automatically generated"/>
          <p:cNvPicPr preferRelativeResize="0"/>
          <p:nvPr/>
        </p:nvPicPr>
        <p:blipFill rotWithShape="1">
          <a:blip r:embed="rId2"/>
          <a:srcRect/>
          <a:stretch>
            <a:fillRect/>
          </a:stretch>
        </p:blipFill>
        <p:spPr>
          <a:xfrm>
            <a:off x="11367709" y="19300"/>
            <a:ext cx="799394" cy="769500"/>
          </a:xfrm>
          <a:prstGeom prst="rect">
            <a:avLst/>
          </a:prstGeom>
          <a:noFill/>
          <a:ln>
            <a:noFill/>
          </a:ln>
        </p:spPr>
      </p:pic>
      <p:graphicFrame>
        <p:nvGraphicFramePr>
          <p:cNvPr id="2" name="Table 1"/>
          <p:cNvGraphicFramePr/>
          <p:nvPr/>
        </p:nvGraphicFramePr>
        <p:xfrm>
          <a:off x="767715" y="2277110"/>
          <a:ext cx="10698480" cy="3352800"/>
        </p:xfrm>
        <a:graphic>
          <a:graphicData uri="http://schemas.openxmlformats.org/drawingml/2006/table">
            <a:tbl>
              <a:tblPr firstRow="1" bandRow="1">
                <a:tableStyleId>{5C22544A-7EE6-4342-B048-85BDC9FD1C3A}</a:tableStyleId>
              </a:tblPr>
              <a:tblGrid>
                <a:gridCol w="3566160"/>
                <a:gridCol w="3566160"/>
                <a:gridCol w="3566160"/>
              </a:tblGrid>
              <a:tr h="838200">
                <a:tc>
                  <a:txBody>
                    <a:bodyPr/>
                    <a:p>
                      <a:pPr algn="ctr">
                        <a:buNone/>
                      </a:pPr>
                      <a:r>
                        <a:rPr lang="en-US" sz="1800"/>
                        <a:t>SUSTAINABLE DEVELOPMENT GOAL NO.</a:t>
                      </a:r>
                      <a:endParaRPr lang="en-US" sz="1800"/>
                    </a:p>
                  </a:txBody>
                  <a:tcPr/>
                </a:tc>
                <a:tc>
                  <a:txBody>
                    <a:bodyPr/>
                    <a:p>
                      <a:pPr algn="ctr">
                        <a:buNone/>
                      </a:pPr>
                      <a:r>
                        <a:rPr lang="en-US" sz="1800"/>
                        <a:t>GOAL</a:t>
                      </a:r>
                      <a:endParaRPr lang="en-US" sz="1800"/>
                    </a:p>
                  </a:txBody>
                  <a:tcPr/>
                </a:tc>
                <a:tc>
                  <a:txBody>
                    <a:bodyPr/>
                    <a:p>
                      <a:pPr algn="ctr">
                        <a:buNone/>
                      </a:pPr>
                      <a:r>
                        <a:rPr lang="en-US" sz="1800"/>
                        <a:t>PROJECT ALIGNMENT</a:t>
                      </a:r>
                      <a:endParaRPr lang="en-US" sz="1800"/>
                    </a:p>
                  </a:txBody>
                  <a:tcPr/>
                </a:tc>
              </a:tr>
              <a:tr h="838200">
                <a:tc>
                  <a:txBody>
                    <a:bodyPr/>
                    <a:p>
                      <a:pPr algn="ctr">
                        <a:buNone/>
                      </a:pPr>
                      <a:r>
                        <a:rPr lang="en-US" altLang="en-US" sz="1800" b="1"/>
                        <a:t>SDG 3</a:t>
                      </a:r>
                      <a:endParaRPr lang="en-US" altLang="en-US" sz="1800" b="1"/>
                    </a:p>
                  </a:txBody>
                  <a:tcPr/>
                </a:tc>
                <a:tc>
                  <a:txBody>
                    <a:bodyPr/>
                    <a:p>
                      <a:pPr algn="ctr">
                        <a:buNone/>
                      </a:pPr>
                      <a:r>
                        <a:rPr lang="en-US" altLang="en-US" sz="1600"/>
                        <a:t>Good Health &amp; Well-being</a:t>
                      </a:r>
                      <a:endParaRPr lang="en-US" altLang="en-US" sz="1600"/>
                    </a:p>
                  </a:txBody>
                  <a:tcPr/>
                </a:tc>
                <a:tc>
                  <a:txBody>
                    <a:bodyPr/>
                    <a:p>
                      <a:pPr>
                        <a:buNone/>
                      </a:pPr>
                      <a:r>
                        <a:rPr lang="en-US" altLang="en-US"/>
                        <a:t>Remote robotic surveillance can reduce the need to expose personnel to potentially hazardous environments, supporting safer emergency/inspection operations.</a:t>
                      </a:r>
                      <a:endParaRPr lang="en-US" altLang="en-US"/>
                    </a:p>
                  </a:txBody>
                  <a:tcPr/>
                </a:tc>
              </a:tr>
              <a:tr h="838200">
                <a:tc>
                  <a:txBody>
                    <a:bodyPr/>
                    <a:p>
                      <a:pPr algn="ctr">
                        <a:buNone/>
                      </a:pPr>
                      <a:r>
                        <a:rPr lang="en-US" altLang="en-US" sz="1800" b="1"/>
                        <a:t>SDG 9</a:t>
                      </a:r>
                      <a:endParaRPr lang="en-US" altLang="en-US" sz="1800" b="1"/>
                    </a:p>
                  </a:txBody>
                  <a:tcPr/>
                </a:tc>
                <a:tc>
                  <a:txBody>
                    <a:bodyPr/>
                    <a:p>
                      <a:pPr algn="ctr">
                        <a:buNone/>
                      </a:pPr>
                      <a:r>
                        <a:rPr lang="en-US" altLang="en-US" sz="1600">
                          <a:sym typeface="+mn-ea"/>
                        </a:rPr>
                        <a:t>Industry, Innovation &amp; Infrastructure</a:t>
                      </a:r>
                      <a:endParaRPr lang="en-US" altLang="en-US" sz="1600"/>
                    </a:p>
                    <a:p>
                      <a:pPr algn="ctr">
                        <a:buNone/>
                      </a:pPr>
                      <a:endParaRPr lang="en-US" altLang="en-US" sz="1600"/>
                    </a:p>
                  </a:txBody>
                  <a:tcPr/>
                </a:tc>
                <a:tc>
                  <a:txBody>
                    <a:bodyPr/>
                    <a:p>
                      <a:pPr>
                        <a:buNone/>
                      </a:pPr>
                      <a:r>
                        <a:rPr lang="en-US" altLang="en-US" sz="1400">
                          <a:sym typeface="+mn-ea"/>
                        </a:rPr>
                        <a:t>Our project integrates robotics, Arduino-based embedded control, custom PCB, sensors, servo actuation and wireless communication into one engineered system.</a:t>
                      </a:r>
                      <a:endParaRPr lang="en-US" altLang="en-US" sz="1400"/>
                    </a:p>
                    <a:p>
                      <a:pPr>
                        <a:buNone/>
                      </a:pPr>
                      <a:endParaRPr lang="en-US"/>
                    </a:p>
                  </a:txBody>
                  <a:tcPr/>
                </a:tc>
              </a:tr>
              <a:tr h="838200">
                <a:tc>
                  <a:txBody>
                    <a:bodyPr/>
                    <a:p>
                      <a:pPr algn="ctr">
                        <a:buNone/>
                      </a:pPr>
                      <a:r>
                        <a:rPr lang="en-US" altLang="en-US" sz="1800" b="1"/>
                        <a:t>SDG 11</a:t>
                      </a:r>
                      <a:endParaRPr lang="en-US" altLang="en-US" sz="1800" b="1"/>
                    </a:p>
                  </a:txBody>
                  <a:tcPr/>
                </a:tc>
                <a:tc>
                  <a:txBody>
                    <a:bodyPr/>
                    <a:p>
                      <a:pPr>
                        <a:buNone/>
                      </a:pPr>
                      <a:r>
                        <a:rPr lang="en-US" altLang="en-US" sz="1600"/>
                        <a:t>Sustainable Cities &amp; Communities</a:t>
                      </a:r>
                      <a:endParaRPr lang="en-US" altLang="en-US" sz="1600"/>
                    </a:p>
                  </a:txBody>
                  <a:tcPr/>
                </a:tc>
                <a:tc>
                  <a:txBody>
                    <a:bodyPr/>
                    <a:p>
                      <a:pPr>
                        <a:buNone/>
                      </a:pPr>
                      <a:r>
                        <a:rPr lang="en-US" altLang="en-US"/>
                        <a:t>The hexapod is designed for emergency surveillance and remote inspection, particularly where human access can be difficult or hazardous.</a:t>
                      </a:r>
                      <a:endParaRPr lang="en-US" altLang="en-US"/>
                    </a:p>
                  </a:txBody>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4CABF"/>
        </a:solidFill>
        <a:effectLst/>
      </p:bgPr>
    </p:bg>
    <p:spTree>
      <p:nvGrpSpPr>
        <p:cNvPr id="138" name="Shape 138"/>
        <p:cNvGrpSpPr/>
        <p:nvPr/>
      </p:nvGrpSpPr>
      <p:grpSpPr>
        <a:xfrm>
          <a:off x="0" y="0"/>
          <a:ext cx="0" cy="0"/>
          <a:chOff x="0" y="0"/>
          <a:chExt cx="0" cy="0"/>
        </a:xfrm>
      </p:grpSpPr>
      <p:sp>
        <p:nvSpPr>
          <p:cNvPr id="139" name="Google Shape;139;g3f86c170c19_0_246"/>
          <p:cNvSpPr txBox="1"/>
          <p:nvPr/>
        </p:nvSpPr>
        <p:spPr>
          <a:xfrm>
            <a:off x="221891" y="1405131"/>
            <a:ext cx="11748300" cy="7695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24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215900" algn="just" rtl="0">
              <a:spcBef>
                <a:spcPts val="0"/>
              </a:spcBef>
              <a:spcAft>
                <a:spcPts val="0"/>
              </a:spcAft>
              <a:buClr>
                <a:schemeClr val="lt1"/>
              </a:buClr>
              <a:buSzPts val="2000"/>
              <a:buFont typeface="Arial" panose="020B0604020202020204"/>
              <a:buNone/>
            </a:pPr>
            <a:endParaRPr sz="2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0" name="Google Shape;140;g3f86c170c19_0_246"/>
          <p:cNvSpPr txBox="1"/>
          <p:nvPr/>
        </p:nvSpPr>
        <p:spPr>
          <a:xfrm>
            <a:off x="543560" y="753110"/>
            <a:ext cx="11147425" cy="63995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8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r>
              <a:rPr lang="en-IN" sz="2800" b="1">
                <a:solidFill>
                  <a:schemeClr val="lt1"/>
                </a:solidFill>
                <a:latin typeface="Times New Roman" panose="02020603050405020304"/>
                <a:ea typeface="Times New Roman" panose="02020603050405020304"/>
                <a:cs typeface="Times New Roman" panose="02020603050405020304"/>
                <a:sym typeface="Times New Roman" panose="02020603050405020304"/>
              </a:rPr>
              <a:t>TITLE:</a:t>
            </a:r>
            <a:r>
              <a:rPr lang="en-US" altLang="en-IN" sz="2800" b="1">
                <a:solidFill>
                  <a:srgbClr val="002F4A"/>
                </a:solidFill>
                <a:latin typeface="Times New Roman" panose="02020603050405020304"/>
                <a:ea typeface="Times New Roman" panose="02020603050405020304"/>
                <a:cs typeface="Times New Roman" panose="02020603050405020304"/>
                <a:sym typeface="Times New Roman" panose="02020603050405020304"/>
              </a:rPr>
              <a:t>ARDUINO-BASED HEXAPOD FOR EMERGENCY AND SURVEILLANCE</a:t>
            </a:r>
            <a:endParaRPr lang="en-US" altLang="en-IN" sz="2800" b="1">
              <a:solidFill>
                <a:srgbClr val="002F4A"/>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IN" sz="2800" b="1">
                <a:solidFill>
                  <a:schemeClr val="lt1"/>
                </a:solidFill>
                <a:latin typeface="Times New Roman" panose="02020603050405020304"/>
                <a:ea typeface="Times New Roman" panose="02020603050405020304"/>
                <a:cs typeface="Times New Roman" panose="02020603050405020304"/>
                <a:sym typeface="Times New Roman" panose="02020603050405020304"/>
              </a:rPr>
              <a:t>POs:</a:t>
            </a:r>
            <a:endParaRPr lang="en-IN" sz="28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685800" indent="-685800" algn="l">
              <a:spcBef>
                <a:spcPts val="0"/>
              </a:spcBef>
              <a:spcAft>
                <a:spcPts val="500"/>
              </a:spcAft>
              <a:buNone/>
              <a:tabLst>
                <a:tab pos="685800" algn="l"/>
              </a:tabLst>
            </a:pPr>
            <a:r>
              <a:rPr lang="en-IN" sz="1800" b="1" dirty="0">
                <a:solidFill>
                  <a:srgbClr val="002F4A"/>
                </a:solidFill>
                <a:latin typeface="Times New Roman" panose="02020603050405020304"/>
                <a:ea typeface="Times New Roman" panose="02020603050405020304"/>
                <a:cs typeface="Times New Roman" panose="02020603050405020304"/>
                <a:sym typeface="Times New Roman" panose="02020603050405020304"/>
              </a:rPr>
              <a:t>PO1:</a:t>
            </a:r>
            <a:r>
              <a:rPr lang="en-IN" sz="1800" b="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Application of engineering knowledge in electronics, embedded systems, sensors and mechanical design.</a:t>
            </a:r>
          </a:p>
          <a:p>
            <a:pPr marL="685800" indent="-685800" algn="l">
              <a:spcBef>
                <a:spcPts val="0"/>
              </a:spcBef>
              <a:spcAft>
                <a:spcPts val="500"/>
              </a:spcAft>
              <a:buNone/>
              <a:tabLst>
                <a:tab pos="685800" algn="l"/>
              </a:tabLst>
            </a:pPr>
            <a:r>
              <a:rPr lang="en-IN" sz="1800" b="1" dirty="0">
                <a:solidFill>
                  <a:srgbClr val="002F4A"/>
                </a:solidFill>
                <a:latin typeface="Times New Roman" panose="02020603050405020304"/>
                <a:ea typeface="Times New Roman" panose="02020603050405020304"/>
                <a:cs typeface="Times New Roman" panose="02020603050405020304"/>
                <a:sym typeface="Times New Roman" panose="02020603050405020304"/>
              </a:rPr>
              <a:t>PO2:</a:t>
            </a:r>
            <a:r>
              <a:rPr lang="en-IN" sz="1800" b="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Analysis of obstacle detection, stability, torque, current and power requirements.</a:t>
            </a:r>
          </a:p>
          <a:p>
            <a:pPr marL="685800" indent="-685800" algn="l">
              <a:spcBef>
                <a:spcPts val="0"/>
              </a:spcBef>
              <a:spcAft>
                <a:spcPts val="500"/>
              </a:spcAft>
              <a:buNone/>
              <a:tabLst>
                <a:tab pos="685800" algn="l"/>
              </a:tabLst>
            </a:pPr>
            <a:r>
              <a:rPr lang="en-IN" sz="1800" b="1" dirty="0">
                <a:solidFill>
                  <a:srgbClr val="002F4A"/>
                </a:solidFill>
                <a:latin typeface="Times New Roman" panose="02020603050405020304"/>
                <a:ea typeface="Times New Roman" panose="02020603050405020304"/>
                <a:cs typeface="Times New Roman" panose="02020603050405020304"/>
                <a:sym typeface="Times New Roman" panose="02020603050405020304"/>
              </a:rPr>
              <a:t>PO3:</a:t>
            </a:r>
            <a:r>
              <a:rPr lang="en-IN" sz="1800" b="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Design and development of an autonomous hexapod surveillance robot with integrated sensing.</a:t>
            </a:r>
          </a:p>
          <a:p>
            <a:pPr marL="685800" indent="-685800" algn="l">
              <a:spcBef>
                <a:spcPts val="0"/>
              </a:spcBef>
              <a:spcAft>
                <a:spcPts val="500"/>
              </a:spcAft>
              <a:buNone/>
              <a:tabLst>
                <a:tab pos="685800" algn="l"/>
              </a:tabLst>
            </a:pPr>
            <a:r>
              <a:rPr lang="en-IN" sz="1800" b="1" dirty="0">
                <a:solidFill>
                  <a:srgbClr val="002F4A"/>
                </a:solidFill>
                <a:latin typeface="Times New Roman" panose="02020603050405020304"/>
                <a:ea typeface="Times New Roman" panose="02020603050405020304"/>
                <a:cs typeface="Times New Roman" panose="02020603050405020304"/>
                <a:sym typeface="Times New Roman" panose="02020603050405020304"/>
              </a:rPr>
              <a:t>PO4:</a:t>
            </a:r>
            <a:r>
              <a:rPr lang="en-IN" sz="1800" b="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Testing and investigation of servo, sensor, IMU, power and system performance.</a:t>
            </a:r>
          </a:p>
          <a:p>
            <a:pPr marL="685800" indent="-685800" algn="l">
              <a:spcBef>
                <a:spcPts val="0"/>
              </a:spcBef>
              <a:spcAft>
                <a:spcPts val="500"/>
              </a:spcAft>
              <a:buNone/>
              <a:tabLst>
                <a:tab pos="685800" algn="l"/>
              </a:tabLst>
            </a:pPr>
            <a:r>
              <a:rPr lang="en-IN" sz="1800" b="1" dirty="0">
                <a:solidFill>
                  <a:srgbClr val="002F4A"/>
                </a:solidFill>
                <a:latin typeface="Times New Roman" panose="02020603050405020304"/>
                <a:ea typeface="Times New Roman" panose="02020603050405020304"/>
                <a:cs typeface="Times New Roman" panose="02020603050405020304"/>
                <a:sym typeface="Times New Roman" panose="02020603050405020304"/>
              </a:rPr>
              <a:t>PO5:</a:t>
            </a:r>
            <a:r>
              <a:rPr lang="en-IN" sz="1800" b="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Use of Arduino, ESP32-CAM, PCA9685, HC-SR04, MPU6050 and relevant engineering tools.</a:t>
            </a:r>
          </a:p>
          <a:p>
            <a:pPr marL="0" marR="0" lvl="0" indent="0" algn="l" rtl="0">
              <a:spcBef>
                <a:spcPts val="0"/>
              </a:spcBef>
              <a:spcAft>
                <a:spcPts val="0"/>
              </a:spcAft>
              <a:buNone/>
            </a:pPr>
            <a:r>
              <a:rPr lang="en-IN" sz="2800" b="1">
                <a:solidFill>
                  <a:schemeClr val="lt1"/>
                </a:solidFill>
                <a:latin typeface="Times New Roman" panose="02020603050405020304"/>
                <a:ea typeface="Times New Roman" panose="02020603050405020304"/>
                <a:cs typeface="Times New Roman" panose="02020603050405020304"/>
                <a:sym typeface="Times New Roman" panose="02020603050405020304"/>
              </a:rPr>
              <a:t>PSOs:</a:t>
            </a:r>
            <a:endParaRPr lang="en-IN" sz="28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685800" indent="-685800" algn="l">
              <a:spcBef>
                <a:spcPts val="0"/>
              </a:spcBef>
              <a:spcAft>
                <a:spcPts val="500"/>
              </a:spcAft>
              <a:buNone/>
              <a:tabLst>
                <a:tab pos="685800" algn="l"/>
              </a:tabLst>
            </a:pPr>
            <a:r>
              <a:rPr lang="en-IN" sz="1800" b="1" dirty="0">
                <a:solidFill>
                  <a:srgbClr val="002F4A"/>
                </a:solidFill>
                <a:latin typeface="Times New Roman" panose="02020603050405020304"/>
                <a:ea typeface="Times New Roman" panose="02020603050405020304"/>
                <a:cs typeface="Times New Roman" panose="02020603050405020304"/>
                <a:sym typeface="Times New Roman" panose="02020603050405020304"/>
              </a:rPr>
              <a:t>PSO1:</a:t>
            </a:r>
            <a:r>
              <a:rPr lang="en-IN" sz="1800" b="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Graduates will be able to design, analyze, and implement electronic circuits, and use techniques relevant to electronics and communication engineering.</a:t>
            </a:r>
          </a:p>
          <a:p>
            <a:pPr marL="685800" indent="-685800" algn="l">
              <a:spcBef>
                <a:spcPts val="0"/>
              </a:spcBef>
              <a:spcAft>
                <a:spcPts val="500"/>
              </a:spcAft>
              <a:buNone/>
              <a:tabLst>
                <a:tab pos="685800" algn="l"/>
              </a:tabLst>
            </a:pPr>
            <a:r>
              <a:rPr lang="en-IN" sz="1800" b="1" dirty="0">
                <a:solidFill>
                  <a:srgbClr val="002F4A"/>
                </a:solidFill>
                <a:latin typeface="Times New Roman" panose="02020603050405020304"/>
                <a:ea typeface="Times New Roman" panose="02020603050405020304"/>
                <a:cs typeface="Times New Roman" panose="02020603050405020304"/>
                <a:sym typeface="Times New Roman" panose="02020603050405020304"/>
              </a:rPr>
              <a:t>PSO2:</a:t>
            </a:r>
            <a:r>
              <a:rPr lang="en-IN" sz="1800" b="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Graduates will demonstrate the ability to apply communication engineering principles in developing innovative and sustainable solutions in areas such as wireless communication systems and antenna design.</a:t>
            </a:r>
          </a:p>
        </p:txBody>
      </p:sp>
      <p:pic>
        <p:nvPicPr>
          <p:cNvPr id="141" name="Google Shape;141;g3f86c170c19_0_246" descr="A picture containing drawing, food&#10;&#10;Description automatically generated"/>
          <p:cNvPicPr preferRelativeResize="0"/>
          <p:nvPr/>
        </p:nvPicPr>
        <p:blipFill rotWithShape="1">
          <a:blip r:embed="rId1"/>
          <a:srcRect/>
          <a:stretch>
            <a:fillRect/>
          </a:stretch>
        </p:blipFill>
        <p:spPr>
          <a:xfrm>
            <a:off x="34148" y="-2749"/>
            <a:ext cx="878075" cy="769500"/>
          </a:xfrm>
          <a:prstGeom prst="rect">
            <a:avLst/>
          </a:prstGeom>
          <a:noFill/>
          <a:ln>
            <a:noFill/>
          </a:ln>
        </p:spPr>
      </p:pic>
      <p:pic>
        <p:nvPicPr>
          <p:cNvPr id="142" name="Google Shape;142;g3f86c170c19_0_246" descr="A picture containing drawing&#10;&#10;Description automatically generated"/>
          <p:cNvPicPr preferRelativeResize="0"/>
          <p:nvPr/>
        </p:nvPicPr>
        <p:blipFill rotWithShape="1">
          <a:blip r:embed="rId2"/>
          <a:srcRect/>
          <a:stretch>
            <a:fillRect/>
          </a:stretch>
        </p:blipFill>
        <p:spPr>
          <a:xfrm>
            <a:off x="11367709" y="19300"/>
            <a:ext cx="799394" cy="769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4CABF"/>
        </a:solidFill>
        <a:effectLst/>
      </p:bgPr>
    </p:bg>
    <p:spTree>
      <p:nvGrpSpPr>
        <p:cNvPr id="146" name="Shape 146"/>
        <p:cNvGrpSpPr/>
        <p:nvPr/>
      </p:nvGrpSpPr>
      <p:grpSpPr>
        <a:xfrm>
          <a:off x="0" y="0"/>
          <a:ext cx="0" cy="0"/>
          <a:chOff x="0" y="0"/>
          <a:chExt cx="0" cy="0"/>
        </a:xfrm>
      </p:grpSpPr>
      <p:sp>
        <p:nvSpPr>
          <p:cNvPr id="147" name="Google Shape;147;p2"/>
          <p:cNvSpPr txBox="1"/>
          <p:nvPr/>
        </p:nvSpPr>
        <p:spPr>
          <a:xfrm>
            <a:off x="1097280" y="457200"/>
            <a:ext cx="9994392" cy="640080"/>
          </a:xfrm>
          <a:prstGeom prst="rect">
            <a:avLst/>
          </a:prstGeom>
          <a:noFill/>
          <a:ln>
            <a:noFill/>
          </a:ln>
        </p:spPr>
        <p:txBody>
          <a:bodyPr spcFirstLastPara="1" wrap="square" lIns="91425" tIns="45700" rIns="91425" bIns="45700" anchor="ctr" anchorCtr="0"/>
          <a:lstStyle/>
          <a:p>
            <a:pPr marL="0" indent="0" algn="ctr">
              <a:spcBef>
                <a:spcPts val="0"/>
              </a:spcBef>
              <a:spcAft>
                <a:spcPts val="0"/>
              </a:spcAft>
              <a:buNone/>
            </a:pPr>
            <a:r>
              <a:rPr lang="en-IN" sz="2800"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t>TABLE OF CONTENTS</a:t>
            </a:r>
          </a:p>
        </p:txBody>
      </p:sp>
      <p:sp>
        <p:nvSpPr>
          <p:cNvPr id="148" name="Google Shape;148;p2"/>
          <p:cNvSpPr txBox="1"/>
          <p:nvPr/>
        </p:nvSpPr>
        <p:spPr>
          <a:xfrm>
            <a:off x="3291840" y="1234440"/>
            <a:ext cx="6217920" cy="5394960"/>
          </a:xfrm>
          <a:prstGeom prst="rect">
            <a:avLst/>
          </a:prstGeom>
          <a:noFill/>
          <a:ln>
            <a:noFill/>
          </a:ln>
        </p:spPr>
        <p:txBody>
          <a:bodyPr spcFirstLastPara="1" wrap="square" lIns="91425" tIns="45700" rIns="91425" bIns="45700" anchor="t" anchorCtr="0"/>
          <a:lstStyle/>
          <a:p>
            <a:pPr marL="457200" indent="-457200" algn="l">
              <a:lnSpc>
                <a:spcPct val="100000"/>
              </a:lnSpc>
              <a:spcBef>
                <a:spcPts val="0"/>
              </a:spcBef>
              <a:spcAft>
                <a:spcPts val="500"/>
              </a:spcAft>
              <a:buClr>
                <a:schemeClr val="tx1"/>
              </a:buClr>
              <a:buSzPct val="100000"/>
              <a:buFont typeface="+mj-lt"/>
              <a:buAutoNum type="arabicPeriod"/>
            </a:pP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Introduction &amp; Motivation</a:t>
            </a:r>
          </a:p>
          <a:p>
            <a:pPr marL="457200" indent="-457200" algn="l">
              <a:lnSpc>
                <a:spcPct val="100000"/>
              </a:lnSpc>
              <a:spcBef>
                <a:spcPts val="0"/>
              </a:spcBef>
              <a:spcAft>
                <a:spcPts val="500"/>
              </a:spcAft>
              <a:buClr>
                <a:schemeClr val="tx1"/>
              </a:buClr>
              <a:buSzPct val="100000"/>
              <a:buFont typeface="+mj-lt"/>
              <a:buAutoNum type="arabicPeriod"/>
            </a:pP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Problem Statement &amp; Objectives</a:t>
            </a:r>
          </a:p>
          <a:p>
            <a:pPr marL="457200" indent="-457200" algn="l">
              <a:lnSpc>
                <a:spcPct val="100000"/>
              </a:lnSpc>
              <a:spcBef>
                <a:spcPts val="0"/>
              </a:spcBef>
              <a:spcAft>
                <a:spcPts val="500"/>
              </a:spcAft>
              <a:buClr>
                <a:schemeClr val="tx1"/>
              </a:buClr>
              <a:buSzPct val="100000"/>
              <a:buFont typeface="+mj-lt"/>
              <a:buAutoNum type="arabicPeriod"/>
            </a:pP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Literature Review</a:t>
            </a:r>
          </a:p>
          <a:p>
            <a:pPr marL="457200" indent="-457200" algn="l">
              <a:lnSpc>
                <a:spcPct val="100000"/>
              </a:lnSpc>
              <a:spcBef>
                <a:spcPts val="0"/>
              </a:spcBef>
              <a:spcAft>
                <a:spcPts val="500"/>
              </a:spcAft>
              <a:buClr>
                <a:schemeClr val="tx1"/>
              </a:buClr>
              <a:buSzPct val="100000"/>
              <a:buFont typeface="+mj-lt"/>
              <a:buAutoNum type="arabicPeriod"/>
            </a:pP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Base Paper Findings</a:t>
            </a:r>
          </a:p>
          <a:p>
            <a:pPr marL="457200" indent="-457200" algn="l">
              <a:lnSpc>
                <a:spcPct val="100000"/>
              </a:lnSpc>
              <a:spcBef>
                <a:spcPts val="0"/>
              </a:spcBef>
              <a:spcAft>
                <a:spcPts val="500"/>
              </a:spcAft>
              <a:buClr>
                <a:schemeClr val="tx1"/>
              </a:buClr>
              <a:buSzPct val="100000"/>
              <a:buFont typeface="+mj-lt"/>
              <a:buAutoNum type="arabicPeriod"/>
            </a:pP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Methodology</a:t>
            </a:r>
          </a:p>
          <a:p>
            <a:pPr marL="457200" indent="-457200" algn="l">
              <a:lnSpc>
                <a:spcPct val="100000"/>
              </a:lnSpc>
              <a:spcBef>
                <a:spcPts val="0"/>
              </a:spcBef>
              <a:spcAft>
                <a:spcPts val="500"/>
              </a:spcAft>
              <a:buClr>
                <a:schemeClr val="tx1"/>
              </a:buClr>
              <a:buSzPct val="100000"/>
              <a:buFont typeface="+mj-lt"/>
              <a:buAutoNum type="arabicPeriod"/>
            </a:pP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System Architecture</a:t>
            </a:r>
          </a:p>
          <a:p>
            <a:pPr marL="457200" indent="-457200" algn="l">
              <a:lnSpc>
                <a:spcPct val="100000"/>
              </a:lnSpc>
              <a:spcBef>
                <a:spcPts val="0"/>
              </a:spcBef>
              <a:spcAft>
                <a:spcPts val="500"/>
              </a:spcAft>
              <a:buClr>
                <a:schemeClr val="tx1"/>
              </a:buClr>
              <a:buSzPct val="100000"/>
              <a:buFont typeface="+mj-lt"/>
              <a:buAutoNum type="arabicPeriod"/>
            </a:pP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Hardware Components &amp; Tools Used</a:t>
            </a:r>
          </a:p>
          <a:p>
            <a:pPr marL="457200" indent="-457200" algn="l">
              <a:lnSpc>
                <a:spcPct val="100000"/>
              </a:lnSpc>
              <a:spcBef>
                <a:spcPts val="0"/>
              </a:spcBef>
              <a:spcAft>
                <a:spcPts val="500"/>
              </a:spcAft>
              <a:buClr>
                <a:schemeClr val="tx1"/>
              </a:buClr>
              <a:buSzPct val="100000"/>
              <a:buFont typeface="+mj-lt"/>
              <a:buAutoNum type="arabicPeriod"/>
            </a:pP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Planned Implementation</a:t>
            </a:r>
          </a:p>
          <a:p>
            <a:pPr marL="457200" indent="-457200" algn="l">
              <a:lnSpc>
                <a:spcPct val="100000"/>
              </a:lnSpc>
              <a:spcBef>
                <a:spcPts val="0"/>
              </a:spcBef>
              <a:spcAft>
                <a:spcPts val="500"/>
              </a:spcAft>
              <a:buClr>
                <a:schemeClr val="tx1"/>
              </a:buClr>
              <a:buSzPct val="100000"/>
              <a:buFont typeface="+mj-lt"/>
              <a:buAutoNum type="arabicPeriod"/>
            </a:pP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Design Comparison</a:t>
            </a:r>
          </a:p>
          <a:p>
            <a:pPr marL="457200" indent="-457200" algn="l">
              <a:lnSpc>
                <a:spcPct val="100000"/>
              </a:lnSpc>
              <a:spcBef>
                <a:spcPts val="0"/>
              </a:spcBef>
              <a:spcAft>
                <a:spcPts val="500"/>
              </a:spcAft>
              <a:buClr>
                <a:schemeClr val="tx1"/>
              </a:buClr>
              <a:buSzPct val="100000"/>
              <a:buFont typeface="+mj-lt"/>
              <a:buAutoNum type="arabicPeriod"/>
            </a:pP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Custom PCB Development</a:t>
            </a:r>
          </a:p>
          <a:p>
            <a:pPr marL="457200" indent="-457200" algn="l">
              <a:lnSpc>
                <a:spcPct val="100000"/>
              </a:lnSpc>
              <a:spcBef>
                <a:spcPts val="0"/>
              </a:spcBef>
              <a:spcAft>
                <a:spcPts val="500"/>
              </a:spcAft>
              <a:buClr>
                <a:schemeClr val="tx1"/>
              </a:buClr>
              <a:buSzPct val="100000"/>
              <a:buFont typeface="+mj-lt"/>
              <a:buAutoNum type="arabicPeriod"/>
            </a:pP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Current Project Status</a:t>
            </a:r>
          </a:p>
          <a:p>
            <a:pPr marL="457200" indent="-457200" algn="l">
              <a:lnSpc>
                <a:spcPct val="100000"/>
              </a:lnSpc>
              <a:spcBef>
                <a:spcPts val="0"/>
              </a:spcBef>
              <a:spcAft>
                <a:spcPts val="500"/>
              </a:spcAft>
              <a:buClr>
                <a:schemeClr val="tx1"/>
              </a:buClr>
              <a:buSzPct val="100000"/>
              <a:buFont typeface="+mj-lt"/>
              <a:buAutoNum type="arabicPeriod"/>
            </a:pP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Future Plan of Action</a:t>
            </a:r>
          </a:p>
          <a:p>
            <a:pPr marL="457200" indent="-457200" algn="l">
              <a:lnSpc>
                <a:spcPct val="100000"/>
              </a:lnSpc>
              <a:spcBef>
                <a:spcPts val="0"/>
              </a:spcBef>
              <a:spcAft>
                <a:spcPts val="500"/>
              </a:spcAft>
              <a:buClr>
                <a:schemeClr val="tx1"/>
              </a:buClr>
              <a:buSzPct val="100000"/>
              <a:buFont typeface="+mj-lt"/>
              <a:buAutoNum type="arabicPeriod"/>
            </a:pP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References (IEEE Format)</a:t>
            </a:r>
          </a:p>
        </p:txBody>
      </p:sp>
      <p:pic>
        <p:nvPicPr>
          <p:cNvPr id="149" name="Google Shape;149;p2" descr="A picture containing drawing, food&#10;&#10;Description automatically generated"/>
          <p:cNvPicPr preferRelativeResize="0"/>
          <p:nvPr/>
        </p:nvPicPr>
        <p:blipFill rotWithShape="1">
          <a:blip r:embed="rId1"/>
          <a:srcRect/>
          <a:stretch>
            <a:fillRect/>
          </a:stretch>
        </p:blipFill>
        <p:spPr>
          <a:xfrm>
            <a:off x="34148" y="-2749"/>
            <a:ext cx="878075" cy="769500"/>
          </a:xfrm>
          <a:prstGeom prst="rect">
            <a:avLst/>
          </a:prstGeom>
          <a:noFill/>
          <a:ln>
            <a:noFill/>
          </a:ln>
        </p:spPr>
      </p:pic>
      <p:pic>
        <p:nvPicPr>
          <p:cNvPr id="150" name="Google Shape;150;p2" descr="A picture containing drawing&#10;&#10;Description automatically generated"/>
          <p:cNvPicPr preferRelativeResize="0"/>
          <p:nvPr/>
        </p:nvPicPr>
        <p:blipFill rotWithShape="1">
          <a:blip r:embed="rId2"/>
          <a:srcRect/>
          <a:stretch>
            <a:fillRect/>
          </a:stretch>
        </p:blipFill>
        <p:spPr>
          <a:xfrm>
            <a:off x="11378735" y="8274"/>
            <a:ext cx="799394" cy="769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4CABF"/>
        </a:solidFill>
        <a:effectLst/>
      </p:bgPr>
    </p:bg>
    <p:spTree>
      <p:nvGrpSpPr>
        <p:cNvPr id="154" name="Shape 154"/>
        <p:cNvGrpSpPr/>
        <p:nvPr/>
      </p:nvGrpSpPr>
      <p:grpSpPr>
        <a:xfrm>
          <a:off x="0" y="0"/>
          <a:ext cx="0" cy="0"/>
          <a:chOff x="0" y="0"/>
          <a:chExt cx="0" cy="0"/>
        </a:xfrm>
      </p:grpSpPr>
      <p:sp>
        <p:nvSpPr>
          <p:cNvPr id="155" name="Google Shape;155;p3"/>
          <p:cNvSpPr txBox="1"/>
          <p:nvPr/>
        </p:nvSpPr>
        <p:spPr>
          <a:xfrm>
            <a:off x="548640" y="1280160"/>
            <a:ext cx="11064240" cy="5303520"/>
          </a:xfrm>
          <a:prstGeom prst="rect">
            <a:avLst/>
          </a:prstGeom>
          <a:noFill/>
          <a:ln>
            <a:noFill/>
          </a:ln>
        </p:spPr>
        <p:txBody>
          <a:bodyPr spcFirstLastPara="1" wrap="square" lIns="91425" tIns="45700" rIns="91425" bIns="45700" anchor="t" anchorCtr="0"/>
          <a:lstStyle/>
          <a:p>
            <a:pPr marL="274320" indent="-274320" algn="l">
              <a:lnSpc>
                <a:spcPct val="100000"/>
              </a:lnSpc>
              <a:spcBef>
                <a:spcPts val="0"/>
              </a:spcBef>
              <a:spcAft>
                <a:spcPts val="10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Disaster response need:</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search-and-rescue teams often have to inspect collapsed, unstable or contaminated areas that are unsafe for people.</a:t>
            </a:r>
          </a:p>
          <a:p>
            <a:pPr marL="274320" indent="-274320" algn="l">
              <a:lnSpc>
                <a:spcPct val="100000"/>
              </a:lnSpc>
              <a:spcBef>
                <a:spcPts val="0"/>
              </a:spcBef>
              <a:spcAft>
                <a:spcPts val="10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Why six legs:</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a hexapod can keep at least three feet on the ground while walking, so it stays statically stable and can step over rubble and gaps where wheeled robots get stuck.</a:t>
            </a:r>
          </a:p>
          <a:p>
            <a:pPr marL="274320" indent="-274320" algn="l">
              <a:lnSpc>
                <a:spcPct val="100000"/>
              </a:lnSpc>
              <a:spcBef>
                <a:spcPts val="0"/>
              </a:spcBef>
              <a:spcAft>
                <a:spcPts val="10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Controller:</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the robot is designed around an Arduino Uno R3, which will run the gait algorithm, read the sensors and command every joint.</a:t>
            </a:r>
          </a:p>
          <a:p>
            <a:pPr marL="274320" indent="-274320" algn="l">
              <a:lnSpc>
                <a:spcPct val="100000"/>
              </a:lnSpc>
              <a:spcBef>
                <a:spcPts val="0"/>
              </a:spcBef>
              <a:spcAft>
                <a:spcPts val="10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Actuation:</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18 MG996R metal-gear servos (three per leg), driven through two PCA9685 16-channel PWM drivers on a shared I²C bus.</a:t>
            </a:r>
          </a:p>
          <a:p>
            <a:pPr marL="274320" indent="-274320" algn="l">
              <a:lnSpc>
                <a:spcPct val="100000"/>
              </a:lnSpc>
              <a:spcBef>
                <a:spcPts val="0"/>
              </a:spcBef>
              <a:spcAft>
                <a:spcPts val="10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Sensing:</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an MPU6050 IMU for body tilt and three HC-SR04 ultrasonic sensors (front, left, right) for obstacle detection.</a:t>
            </a:r>
          </a:p>
          <a:p>
            <a:pPr marL="274320" indent="-274320" algn="l">
              <a:lnSpc>
                <a:spcPct val="100000"/>
              </a:lnSpc>
              <a:spcBef>
                <a:spcPts val="0"/>
              </a:spcBef>
              <a:spcAft>
                <a:spcPts val="10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Surveillance:</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an ESP32-CAM on a pan–tilt mount is planned to stream live video over Wi-Fi.</a:t>
            </a:r>
          </a:p>
          <a:p>
            <a:pPr marL="274320" indent="-274320" algn="l">
              <a:lnSpc>
                <a:spcPct val="100000"/>
              </a:lnSpc>
              <a:spcBef>
                <a:spcPts val="0"/>
              </a:spcBef>
              <a:spcAft>
                <a:spcPts val="10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Wiring:</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a custom PCB shield replaces roughly 90 loose jumper wires — its design is complete and the Gerber files are ready.</a:t>
            </a:r>
          </a:p>
        </p:txBody>
      </p:sp>
      <p:sp>
        <p:nvSpPr>
          <p:cNvPr id="156" name="Google Shape;156;p3"/>
          <p:cNvSpPr txBox="1"/>
          <p:nvPr/>
        </p:nvSpPr>
        <p:spPr>
          <a:xfrm>
            <a:off x="1097280" y="457200"/>
            <a:ext cx="9994392" cy="640080"/>
          </a:xfrm>
          <a:prstGeom prst="rect">
            <a:avLst/>
          </a:prstGeom>
          <a:noFill/>
          <a:ln>
            <a:noFill/>
          </a:ln>
        </p:spPr>
        <p:txBody>
          <a:bodyPr spcFirstLastPara="1" wrap="square" lIns="91425" tIns="45700" rIns="91425" bIns="45700" anchor="ctr" anchorCtr="0"/>
          <a:lstStyle/>
          <a:p>
            <a:pPr marL="0" indent="0" algn="ctr">
              <a:spcBef>
                <a:spcPts val="0"/>
              </a:spcBef>
              <a:spcAft>
                <a:spcPts val="0"/>
              </a:spcAft>
              <a:buNone/>
            </a:pPr>
            <a:r>
              <a:rPr lang="en-IN" sz="2800"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t>INTRODUCTION</a:t>
            </a:r>
          </a:p>
        </p:txBody>
      </p:sp>
      <p:pic>
        <p:nvPicPr>
          <p:cNvPr id="157" name="Google Shape;157;p3" descr="A picture containing drawing, food&#10;&#10;Description automatically generated"/>
          <p:cNvPicPr preferRelativeResize="0"/>
          <p:nvPr/>
        </p:nvPicPr>
        <p:blipFill rotWithShape="1">
          <a:blip r:embed="rId1"/>
          <a:srcRect/>
          <a:stretch>
            <a:fillRect/>
          </a:stretch>
        </p:blipFill>
        <p:spPr>
          <a:xfrm>
            <a:off x="34148" y="-2749"/>
            <a:ext cx="878075" cy="769500"/>
          </a:xfrm>
          <a:prstGeom prst="rect">
            <a:avLst/>
          </a:prstGeom>
          <a:noFill/>
          <a:ln>
            <a:noFill/>
          </a:ln>
        </p:spPr>
      </p:pic>
      <p:pic>
        <p:nvPicPr>
          <p:cNvPr id="158" name="Google Shape;158;p3" descr="A picture containing drawing&#10;&#10;Description automatically generated"/>
          <p:cNvPicPr preferRelativeResize="0"/>
          <p:nvPr/>
        </p:nvPicPr>
        <p:blipFill rotWithShape="1">
          <a:blip r:embed="rId2"/>
          <a:srcRect/>
          <a:stretch>
            <a:fillRect/>
          </a:stretch>
        </p:blipFill>
        <p:spPr>
          <a:xfrm>
            <a:off x="11378735" y="8274"/>
            <a:ext cx="799394" cy="769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4CABF"/>
        </a:solidFill>
        <a:effectLst/>
      </p:bgPr>
    </p:bg>
    <p:spTree>
      <p:nvGrpSpPr>
        <p:cNvPr id="162" name="Shape 162"/>
        <p:cNvGrpSpPr/>
        <p:nvPr/>
      </p:nvGrpSpPr>
      <p:grpSpPr>
        <a:xfrm>
          <a:off x="0" y="0"/>
          <a:ext cx="0" cy="0"/>
          <a:chOff x="0" y="0"/>
          <a:chExt cx="0" cy="0"/>
        </a:xfrm>
      </p:grpSpPr>
      <p:sp>
        <p:nvSpPr>
          <p:cNvPr id="163" name="Google Shape;163;g3f86c170c19_0_10"/>
          <p:cNvSpPr txBox="1"/>
          <p:nvPr/>
        </p:nvSpPr>
        <p:spPr>
          <a:xfrm>
            <a:off x="548640" y="1325880"/>
            <a:ext cx="11064240" cy="5120640"/>
          </a:xfrm>
          <a:prstGeom prst="rect">
            <a:avLst/>
          </a:prstGeom>
          <a:noFill/>
          <a:ln>
            <a:noFill/>
          </a:ln>
        </p:spPr>
        <p:txBody>
          <a:bodyPr spcFirstLastPara="1" wrap="square" lIns="91425" tIns="45700" rIns="91425" bIns="45700" anchor="t" anchorCtr="0"/>
          <a:lstStyle/>
          <a:p>
            <a:pPr marL="274320" indent="-274320" algn="l">
              <a:lnSpc>
                <a:spcPct val="100000"/>
              </a:lnSpc>
              <a:spcBef>
                <a:spcPts val="0"/>
              </a:spcBef>
              <a:spcAft>
                <a:spcPts val="16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Uneven environments:</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wheeled robots struggle with debris, stairs and uneven ground typical of disaster zones and industrial sites.</a:t>
            </a:r>
          </a:p>
          <a:p>
            <a:pPr marL="274320" indent="-274320" algn="l">
              <a:lnSpc>
                <a:spcPct val="100000"/>
              </a:lnSpc>
              <a:spcBef>
                <a:spcPts val="0"/>
              </a:spcBef>
              <a:spcAft>
                <a:spcPts val="16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Operator safety:</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sending people into hazardous or physically inaccessible areas carries high risk.</a:t>
            </a:r>
          </a:p>
          <a:p>
            <a:pPr marL="274320" indent="-274320" algn="l">
              <a:lnSpc>
                <a:spcPct val="100000"/>
              </a:lnSpc>
              <a:spcBef>
                <a:spcPts val="0"/>
              </a:spcBef>
              <a:spcAft>
                <a:spcPts val="16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Compact embedded platform:</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need for a small, self-contained robot that manages its own power and complex locomotion.</a:t>
            </a:r>
          </a:p>
          <a:p>
            <a:pPr marL="274320" indent="-274320" algn="l">
              <a:lnSpc>
                <a:spcPct val="100000"/>
              </a:lnSpc>
              <a:spcBef>
                <a:spcPts val="0"/>
              </a:spcBef>
              <a:spcAft>
                <a:spcPts val="16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Remote visual monitoring:</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live video lets a team assess a situation safely from a distance.</a:t>
            </a:r>
          </a:p>
          <a:p>
            <a:pPr marL="274320" indent="-274320" algn="l">
              <a:lnSpc>
                <a:spcPct val="100000"/>
              </a:lnSpc>
              <a:spcBef>
                <a:spcPts val="0"/>
              </a:spcBef>
              <a:spcAft>
                <a:spcPts val="16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Affordable and reproducible:</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commercial inspection and rescue robots are too expensive for student labs; building from off-the-shelf parts keeps the project practical and repeatable.</a:t>
            </a:r>
          </a:p>
        </p:txBody>
      </p:sp>
      <p:sp>
        <p:nvSpPr>
          <p:cNvPr id="164" name="Google Shape;164;g3f86c170c19_0_10"/>
          <p:cNvSpPr txBox="1"/>
          <p:nvPr/>
        </p:nvSpPr>
        <p:spPr>
          <a:xfrm>
            <a:off x="1097280" y="457200"/>
            <a:ext cx="9994392" cy="640080"/>
          </a:xfrm>
          <a:prstGeom prst="rect">
            <a:avLst/>
          </a:prstGeom>
          <a:noFill/>
          <a:ln>
            <a:noFill/>
          </a:ln>
        </p:spPr>
        <p:txBody>
          <a:bodyPr spcFirstLastPara="1" wrap="square" lIns="91425" tIns="45700" rIns="91425" bIns="45700" anchor="ctr" anchorCtr="0"/>
          <a:lstStyle/>
          <a:p>
            <a:pPr marL="0" indent="0" algn="ctr">
              <a:spcBef>
                <a:spcPts val="0"/>
              </a:spcBef>
              <a:spcAft>
                <a:spcPts val="0"/>
              </a:spcAft>
              <a:buNone/>
            </a:pPr>
            <a:r>
              <a:rPr lang="en-IN" sz="2800"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t>MOTIVATION</a:t>
            </a:r>
          </a:p>
        </p:txBody>
      </p:sp>
      <p:pic>
        <p:nvPicPr>
          <p:cNvPr id="165" name="Google Shape;165;g3f86c170c19_0_10" descr="A picture containing drawing, food&#10;&#10;Description automatically generated"/>
          <p:cNvPicPr preferRelativeResize="0"/>
          <p:nvPr/>
        </p:nvPicPr>
        <p:blipFill rotWithShape="1">
          <a:blip r:embed="rId1"/>
          <a:srcRect/>
          <a:stretch>
            <a:fillRect/>
          </a:stretch>
        </p:blipFill>
        <p:spPr>
          <a:xfrm>
            <a:off x="34148" y="-2749"/>
            <a:ext cx="878075" cy="769500"/>
          </a:xfrm>
          <a:prstGeom prst="rect">
            <a:avLst/>
          </a:prstGeom>
          <a:noFill/>
          <a:ln>
            <a:noFill/>
          </a:ln>
        </p:spPr>
      </p:pic>
      <p:pic>
        <p:nvPicPr>
          <p:cNvPr id="166" name="Google Shape;166;g3f86c170c19_0_10" descr="A picture containing drawing&#10;&#10;Description automatically generated"/>
          <p:cNvPicPr preferRelativeResize="0"/>
          <p:nvPr/>
        </p:nvPicPr>
        <p:blipFill rotWithShape="1">
          <a:blip r:embed="rId2"/>
          <a:srcRect/>
          <a:stretch>
            <a:fillRect/>
          </a:stretch>
        </p:blipFill>
        <p:spPr>
          <a:xfrm>
            <a:off x="11378735" y="8274"/>
            <a:ext cx="799394" cy="769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4CABF"/>
        </a:solidFill>
        <a:effectLst/>
      </p:bgPr>
    </p:bg>
    <p:spTree>
      <p:nvGrpSpPr>
        <p:cNvPr id="170" name="Shape 170"/>
        <p:cNvGrpSpPr/>
        <p:nvPr/>
      </p:nvGrpSpPr>
      <p:grpSpPr>
        <a:xfrm>
          <a:off x="0" y="0"/>
          <a:ext cx="0" cy="0"/>
          <a:chOff x="0" y="0"/>
          <a:chExt cx="0" cy="0"/>
        </a:xfrm>
      </p:grpSpPr>
      <p:sp>
        <p:nvSpPr>
          <p:cNvPr id="171" name="Google Shape;171;g3f86c170c19_0_5"/>
          <p:cNvSpPr txBox="1"/>
          <p:nvPr/>
        </p:nvSpPr>
        <p:spPr>
          <a:xfrm>
            <a:off x="731520" y="1463040"/>
            <a:ext cx="10698480" cy="4754880"/>
          </a:xfrm>
          <a:prstGeom prst="rect">
            <a:avLst/>
          </a:prstGeom>
          <a:noFill/>
          <a:ln>
            <a:noFill/>
          </a:ln>
        </p:spPr>
        <p:txBody>
          <a:bodyPr spcFirstLastPara="1" wrap="square" lIns="91425" tIns="45700" rIns="91425" bIns="45700" anchor="t" anchorCtr="0"/>
          <a:lstStyle/>
          <a:p>
            <a:pPr marL="457200" indent="-457200" algn="l">
              <a:lnSpc>
                <a:spcPct val="100000"/>
              </a:lnSpc>
              <a:spcBef>
                <a:spcPts val="0"/>
              </a:spcBef>
              <a:spcAft>
                <a:spcPts val="1800"/>
              </a:spcAft>
              <a:buClr>
                <a:schemeClr val="tx1"/>
              </a:buClr>
              <a:buSzPct val="100000"/>
              <a:buFont typeface="+mj-lt"/>
              <a:buAutoNum type="arabicPeriod"/>
            </a:pPr>
            <a:r>
              <a:rPr lang="en-IN" sz="22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Multi-legged locomotion with 3 degrees of freedom (DOF) per leg for better terrain adaptability.</a:t>
            </a:r>
          </a:p>
          <a:p>
            <a:pPr marL="457200" indent="-457200" algn="l">
              <a:lnSpc>
                <a:spcPct val="100000"/>
              </a:lnSpc>
              <a:spcBef>
                <a:spcPts val="0"/>
              </a:spcBef>
              <a:spcAft>
                <a:spcPts val="1800"/>
              </a:spcAft>
              <a:buClr>
                <a:schemeClr val="tx1"/>
              </a:buClr>
              <a:buSzPct val="100000"/>
              <a:buFont typeface="+mj-lt"/>
              <a:buAutoNum type="arabicPeriod"/>
            </a:pPr>
            <a:r>
              <a:rPr lang="en-IN" sz="22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Embedded control of 18 heavily loaded servo motors at the same time without signal degradation.</a:t>
            </a:r>
          </a:p>
          <a:p>
            <a:pPr marL="457200" indent="-457200" algn="l">
              <a:lnSpc>
                <a:spcPct val="100000"/>
              </a:lnSpc>
              <a:spcBef>
                <a:spcPts val="0"/>
              </a:spcBef>
              <a:spcAft>
                <a:spcPts val="1800"/>
              </a:spcAft>
              <a:buClr>
                <a:schemeClr val="tx1"/>
              </a:buClr>
              <a:buSzPct val="100000"/>
              <a:buFont typeface="+mj-lt"/>
              <a:buAutoNum type="arabicPeriod"/>
            </a:pPr>
            <a:r>
              <a:rPr lang="en-IN" sz="22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Stable, multi-rail power distribution that isolates logic components from high-current actuator spikes.</a:t>
            </a:r>
          </a:p>
          <a:p>
            <a:pPr marL="457200" indent="-457200" algn="l">
              <a:lnSpc>
                <a:spcPct val="100000"/>
              </a:lnSpc>
              <a:spcBef>
                <a:spcPts val="0"/>
              </a:spcBef>
              <a:spcAft>
                <a:spcPts val="1800"/>
              </a:spcAft>
              <a:buClr>
                <a:schemeClr val="tx1"/>
              </a:buClr>
              <a:buSzPct val="100000"/>
              <a:buFont typeface="+mj-lt"/>
              <a:buAutoNum type="arabicPeriod"/>
            </a:pPr>
            <a:r>
              <a:rPr lang="en-IN" sz="22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Remote visual surveillance through a pan–tilt camera over Wi-Fi.</a:t>
            </a:r>
          </a:p>
          <a:p>
            <a:pPr marL="457200" indent="-457200" algn="l">
              <a:lnSpc>
                <a:spcPct val="100000"/>
              </a:lnSpc>
              <a:spcBef>
                <a:spcPts val="0"/>
              </a:spcBef>
              <a:spcAft>
                <a:spcPts val="1800"/>
              </a:spcAft>
              <a:buClr>
                <a:schemeClr val="tx1"/>
              </a:buClr>
              <a:buSzPct val="100000"/>
              <a:buFont typeface="+mj-lt"/>
              <a:buAutoNum type="arabicPeriod"/>
            </a:pPr>
            <a:r>
              <a:rPr lang="en-IN" sz="22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Reliable wiring on a machine that vibrates with every step.</a:t>
            </a:r>
          </a:p>
        </p:txBody>
      </p:sp>
      <p:sp>
        <p:nvSpPr>
          <p:cNvPr id="172" name="Google Shape;172;g3f86c170c19_0_5"/>
          <p:cNvSpPr txBox="1"/>
          <p:nvPr/>
        </p:nvSpPr>
        <p:spPr>
          <a:xfrm>
            <a:off x="1097280" y="457200"/>
            <a:ext cx="9994392" cy="640080"/>
          </a:xfrm>
          <a:prstGeom prst="rect">
            <a:avLst/>
          </a:prstGeom>
          <a:noFill/>
          <a:ln>
            <a:noFill/>
          </a:ln>
        </p:spPr>
        <p:txBody>
          <a:bodyPr spcFirstLastPara="1" wrap="square" lIns="91425" tIns="45700" rIns="91425" bIns="45700" anchor="ctr" anchorCtr="0"/>
          <a:lstStyle/>
          <a:p>
            <a:pPr marL="0" indent="0" algn="ctr">
              <a:spcBef>
                <a:spcPts val="0"/>
              </a:spcBef>
              <a:spcAft>
                <a:spcPts val="0"/>
              </a:spcAft>
              <a:buNone/>
            </a:pPr>
            <a:r>
              <a:rPr lang="en-IN" sz="2800"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t>PROBLEM STATEMENT</a:t>
            </a:r>
          </a:p>
        </p:txBody>
      </p:sp>
      <p:pic>
        <p:nvPicPr>
          <p:cNvPr id="173" name="Google Shape;173;g3f86c170c19_0_5" descr="A picture containing drawing, food&#10;&#10;Description automatically generated"/>
          <p:cNvPicPr preferRelativeResize="0"/>
          <p:nvPr/>
        </p:nvPicPr>
        <p:blipFill rotWithShape="1">
          <a:blip r:embed="rId1"/>
          <a:srcRect/>
          <a:stretch>
            <a:fillRect/>
          </a:stretch>
        </p:blipFill>
        <p:spPr>
          <a:xfrm>
            <a:off x="34148" y="-2749"/>
            <a:ext cx="878075" cy="769500"/>
          </a:xfrm>
          <a:prstGeom prst="rect">
            <a:avLst/>
          </a:prstGeom>
          <a:noFill/>
          <a:ln>
            <a:noFill/>
          </a:ln>
        </p:spPr>
      </p:pic>
      <p:pic>
        <p:nvPicPr>
          <p:cNvPr id="174" name="Google Shape;174;g3f86c170c19_0_5" descr="A picture containing drawing&#10;&#10;Description automatically generated"/>
          <p:cNvPicPr preferRelativeResize="0"/>
          <p:nvPr/>
        </p:nvPicPr>
        <p:blipFill rotWithShape="1">
          <a:blip r:embed="rId2"/>
          <a:srcRect/>
          <a:stretch>
            <a:fillRect/>
          </a:stretch>
        </p:blipFill>
        <p:spPr>
          <a:xfrm>
            <a:off x="11378735" y="8274"/>
            <a:ext cx="799394" cy="769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4CABF"/>
        </a:solidFill>
        <a:effectLst/>
      </p:bgPr>
    </p:bg>
    <p:spTree>
      <p:nvGrpSpPr>
        <p:cNvPr id="178" name="Shape 178"/>
        <p:cNvGrpSpPr/>
        <p:nvPr/>
      </p:nvGrpSpPr>
      <p:grpSpPr>
        <a:xfrm>
          <a:off x="0" y="0"/>
          <a:ext cx="0" cy="0"/>
          <a:chOff x="0" y="0"/>
          <a:chExt cx="0" cy="0"/>
        </a:xfrm>
      </p:grpSpPr>
      <p:sp>
        <p:nvSpPr>
          <p:cNvPr id="179" name="Google Shape;179;g3f86c170c19_0_15"/>
          <p:cNvSpPr txBox="1"/>
          <p:nvPr/>
        </p:nvSpPr>
        <p:spPr>
          <a:xfrm>
            <a:off x="731520" y="1554480"/>
            <a:ext cx="10698480" cy="4389120"/>
          </a:xfrm>
          <a:prstGeom prst="rect">
            <a:avLst/>
          </a:prstGeom>
          <a:noFill/>
          <a:ln>
            <a:noFill/>
          </a:ln>
        </p:spPr>
        <p:txBody>
          <a:bodyPr spcFirstLastPara="1" wrap="square" lIns="91425" tIns="45700" rIns="91425" bIns="45700" anchor="t" anchorCtr="0"/>
          <a:lstStyle/>
          <a:p>
            <a:pPr marL="457200" indent="-457200" algn="l">
              <a:lnSpc>
                <a:spcPct val="100000"/>
              </a:lnSpc>
              <a:spcBef>
                <a:spcPts val="0"/>
              </a:spcBef>
              <a:spcAft>
                <a:spcPts val="2200"/>
              </a:spcAft>
              <a:buClr>
                <a:schemeClr val="tx1"/>
              </a:buClr>
              <a:buSzPct val="100000"/>
              <a:buFont typeface="+mj-lt"/>
              <a:buAutoNum type="arabicPeriod"/>
            </a:pPr>
            <a:r>
              <a:rPr lang="en-IN" sz="22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To design and develop a low-cost six-legged (hexapod) robot using an Arduino Uno and servo motors that can walk stably over flat and moderately uneven surfaces.</a:t>
            </a:r>
          </a:p>
          <a:p>
            <a:pPr marL="457200" indent="-457200" algn="l">
              <a:lnSpc>
                <a:spcPct val="100000"/>
              </a:lnSpc>
              <a:spcBef>
                <a:spcPts val="0"/>
              </a:spcBef>
              <a:spcAft>
                <a:spcPts val="2200"/>
              </a:spcAft>
              <a:buClr>
                <a:schemeClr val="tx1"/>
              </a:buClr>
              <a:buSzPct val="100000"/>
              <a:buFont typeface="+mj-lt"/>
              <a:buAutoNum type="arabicPeriod"/>
            </a:pPr>
            <a:r>
              <a:rPr lang="en-IN" sz="22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To integrate ultrasonic distance sensing and an ESP32-CAM module so that the robot can perform basic obstacle avoidance and stream live video for surveillance.</a:t>
            </a:r>
          </a:p>
          <a:p>
            <a:pPr marL="457200" indent="-457200" algn="l">
              <a:lnSpc>
                <a:spcPct val="100000"/>
              </a:lnSpc>
              <a:spcBef>
                <a:spcPts val="0"/>
              </a:spcBef>
              <a:spcAft>
                <a:spcPts val="2200"/>
              </a:spcAft>
              <a:buClr>
                <a:schemeClr val="tx1"/>
              </a:buClr>
              <a:buSzPct val="100000"/>
              <a:buFont typeface="+mj-lt"/>
              <a:buAutoNum type="arabicPeriod"/>
            </a:pPr>
            <a:r>
              <a:rPr lang="en-IN" sz="22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To design and evaluate a control scheme that coordinates the leg movements and sensor feedback for safe navigation in emergency scenarios.</a:t>
            </a:r>
          </a:p>
        </p:txBody>
      </p:sp>
      <p:sp>
        <p:nvSpPr>
          <p:cNvPr id="180" name="Google Shape;180;g3f86c170c19_0_15"/>
          <p:cNvSpPr txBox="1"/>
          <p:nvPr/>
        </p:nvSpPr>
        <p:spPr>
          <a:xfrm>
            <a:off x="1097280" y="457200"/>
            <a:ext cx="9994392" cy="640080"/>
          </a:xfrm>
          <a:prstGeom prst="rect">
            <a:avLst/>
          </a:prstGeom>
          <a:noFill/>
          <a:ln>
            <a:noFill/>
          </a:ln>
        </p:spPr>
        <p:txBody>
          <a:bodyPr spcFirstLastPara="1" wrap="square" lIns="91425" tIns="45700" rIns="91425" bIns="45700" anchor="ctr" anchorCtr="0"/>
          <a:lstStyle/>
          <a:p>
            <a:pPr marL="0" indent="0" algn="ctr">
              <a:spcBef>
                <a:spcPts val="0"/>
              </a:spcBef>
              <a:spcAft>
                <a:spcPts val="0"/>
              </a:spcAft>
              <a:buNone/>
            </a:pPr>
            <a:r>
              <a:rPr lang="en-IN" sz="2800"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t>OBJECTIVES</a:t>
            </a:r>
          </a:p>
        </p:txBody>
      </p:sp>
      <p:pic>
        <p:nvPicPr>
          <p:cNvPr id="181" name="Google Shape;181;g3f86c170c19_0_15" descr="A picture containing drawing, food&#10;&#10;Description automatically generated"/>
          <p:cNvPicPr preferRelativeResize="0"/>
          <p:nvPr/>
        </p:nvPicPr>
        <p:blipFill rotWithShape="1">
          <a:blip r:embed="rId1"/>
          <a:srcRect/>
          <a:stretch>
            <a:fillRect/>
          </a:stretch>
        </p:blipFill>
        <p:spPr>
          <a:xfrm>
            <a:off x="34148" y="-2749"/>
            <a:ext cx="878075" cy="769500"/>
          </a:xfrm>
          <a:prstGeom prst="rect">
            <a:avLst/>
          </a:prstGeom>
          <a:noFill/>
          <a:ln>
            <a:noFill/>
          </a:ln>
        </p:spPr>
      </p:pic>
      <p:pic>
        <p:nvPicPr>
          <p:cNvPr id="182" name="Google Shape;182;g3f86c170c19_0_15" descr="A picture containing drawing&#10;&#10;Description automatically generated"/>
          <p:cNvPicPr preferRelativeResize="0"/>
          <p:nvPr/>
        </p:nvPicPr>
        <p:blipFill rotWithShape="1">
          <a:blip r:embed="rId2"/>
          <a:srcRect/>
          <a:stretch>
            <a:fillRect/>
          </a:stretch>
        </p:blipFill>
        <p:spPr>
          <a:xfrm>
            <a:off x="11378735" y="8274"/>
            <a:ext cx="799394" cy="769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4CABF"/>
        </a:solidFill>
        <a:effectLst/>
      </p:bgPr>
    </p:bg>
    <p:spTree>
      <p:nvGrpSpPr>
        <p:cNvPr id="193" name="Shape 193"/>
        <p:cNvGrpSpPr/>
        <p:nvPr/>
      </p:nvGrpSpPr>
      <p:grpSpPr>
        <a:xfrm>
          <a:off x="0" y="0"/>
          <a:ext cx="0" cy="0"/>
          <a:chOff x="0" y="0"/>
          <a:chExt cx="0" cy="0"/>
        </a:xfrm>
      </p:grpSpPr>
      <p:pic>
        <p:nvPicPr>
          <p:cNvPr id="195" name="Google Shape;195;g3f86c170c19_0_62" descr="A picture containing drawing&#10;&#10;Description automatically generated"/>
          <p:cNvPicPr preferRelativeResize="0"/>
          <p:nvPr/>
        </p:nvPicPr>
        <p:blipFill rotWithShape="1">
          <a:blip r:embed="rId2"/>
          <a:srcRect/>
          <a:stretch>
            <a:fillRect/>
          </a:stretch>
        </p:blipFill>
        <p:spPr>
          <a:xfrm>
            <a:off x="11378735" y="8274"/>
            <a:ext cx="799394" cy="769500"/>
          </a:xfrm>
          <a:prstGeom prst="rect">
            <a:avLst/>
          </a:prstGeom>
          <a:noFill/>
          <a:ln>
            <a:noFill/>
          </a:ln>
        </p:spPr>
      </p:pic>
      <p:pic>
        <p:nvPicPr>
          <p:cNvPr id="196" name="Google Shape;196;g3f86c170c19_0_62" descr="A picture containing drawing, food&#10;&#10;Description automatically generated"/>
          <p:cNvPicPr preferRelativeResize="0"/>
          <p:nvPr/>
        </p:nvPicPr>
        <p:blipFill rotWithShape="1">
          <a:blip r:embed="rId3"/>
          <a:srcRect/>
          <a:stretch>
            <a:fillRect/>
          </a:stretch>
        </p:blipFill>
        <p:spPr>
          <a:xfrm>
            <a:off x="34148" y="-2749"/>
            <a:ext cx="878075" cy="769500"/>
          </a:xfrm>
          <a:prstGeom prst="rect">
            <a:avLst/>
          </a:prstGeom>
          <a:noFill/>
          <a:ln>
            <a:noFill/>
          </a:ln>
        </p:spPr>
      </p:pic>
      <p:sp>
        <p:nvSpPr>
          <p:cNvPr id="197" name="TextBox 196"/>
          <p:cNvSpPr txBox="1"/>
          <p:nvPr/>
        </p:nvSpPr>
        <p:spPr>
          <a:xfrm>
            <a:off x="1097280" y="457200"/>
            <a:ext cx="9994392" cy="640080"/>
          </a:xfrm>
          <a:prstGeom prst="rect">
            <a:avLst/>
          </a:prstGeom>
          <a:noFill/>
        </p:spPr>
        <p:txBody>
          <a:bodyPr wrap="square" anchor="ctr" lIns="91425" rIns="91425"/>
          <a:lstStyle/>
          <a:p>
            <a:pPr marL="0" indent="0" algn="ctr">
              <a:lnSpc>
                <a:spcPct val="100000"/>
              </a:lnSpc>
              <a:spcBef>
                <a:spcPts val="0"/>
              </a:spcBef>
              <a:spcAft>
                <a:spcPts val="0"/>
              </a:spcAft>
              <a:buNone/>
            </a:pPr>
            <a:r>
              <a:rPr lang="en-IN" sz="2800" b="1" i="0"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xml:space="preserve">LITERATURE REVIEW</a:t>
            </a:r>
          </a:p>
        </p:txBody>
      </p:sp>
      <p:graphicFrame>
        <p:nvGraphicFramePr>
          <p:cNvPr id="198" name="Table 197"/>
          <p:cNvGraphicFramePr>
            <a:graphicFrameLocks noGrp="1"/>
          </p:cNvGraphicFramePr>
          <p:nvPr/>
        </p:nvGraphicFramePr>
        <p:xfrm>
          <a:off x="411480" y="1325880"/>
          <a:ext cx="11338560" cy="4709160"/>
        </p:xfrm>
        <a:graphic>
          <a:graphicData uri="http://schemas.openxmlformats.org/drawingml/2006/table">
            <a:tbl>
              <a:tblPr firstRow="1" bandRow="1">
                <a:tableStyleId>{6B23DE0B-3846-4328-826E-2A21398C07C0}</a:tableStyleId>
              </a:tblPr>
              <a:tblGrid>
                <a:gridCol w="548640"/>
                <a:gridCol w="2514600"/>
                <a:gridCol w="4206240"/>
                <a:gridCol w="4069080"/>
              </a:tblGrid>
              <a:tr h="502920">
                <a:tc>
                  <a:txBody>
                    <a:bodyPr/>
                    <a:lstStyle/>
                    <a:p>
                      <a:pPr marL="0" indent="0" algn="l">
                        <a:lnSpc>
                          <a:spcPct val="100000"/>
                        </a:lnSpc>
                        <a:spcBef>
                          <a:spcPts val="0"/>
                        </a:spcBef>
                        <a:spcAft>
                          <a:spcPts val="0"/>
                        </a:spcAft>
                        <a:buNone/>
                      </a:pPr>
                      <a:r>
                        <a:rPr lang="en-IN" sz="1600" b="1" i="0"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xml:space="preserve">S. No.</a:t>
                      </a:r>
                    </a:p>
                  </a:txBody>
                  <a:tcPr/>
                </a:tc>
                <a:tc>
                  <a:txBody>
                    <a:bodyPr/>
                    <a:lstStyle/>
                    <a:p>
                      <a:pPr marL="0" indent="0" algn="l">
                        <a:lnSpc>
                          <a:spcPct val="100000"/>
                        </a:lnSpc>
                        <a:spcBef>
                          <a:spcPts val="0"/>
                        </a:spcBef>
                        <a:spcAft>
                          <a:spcPts val="0"/>
                        </a:spcAft>
                        <a:buNone/>
                      </a:pPr>
                      <a:r>
                        <a:rPr lang="en-IN" sz="1600" b="1" i="0"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xml:space="preserve">REFERENCE</a:t>
                      </a:r>
                    </a:p>
                  </a:txBody>
                  <a:tcPr/>
                </a:tc>
                <a:tc>
                  <a:txBody>
                    <a:bodyPr/>
                    <a:lstStyle/>
                    <a:p>
                      <a:pPr marL="0" indent="0" algn="l">
                        <a:lnSpc>
                          <a:spcPct val="100000"/>
                        </a:lnSpc>
                        <a:spcBef>
                          <a:spcPts val="0"/>
                        </a:spcBef>
                        <a:spcAft>
                          <a:spcPts val="0"/>
                        </a:spcAft>
                        <a:buNone/>
                      </a:pPr>
                      <a:r>
                        <a:rPr lang="en-IN" sz="1600" b="1" i="0"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xml:space="preserve">FINDINGS</a:t>
                      </a:r>
                    </a:p>
                  </a:txBody>
                  <a:tcPr/>
                </a:tc>
                <a:tc>
                  <a:txBody>
                    <a:bodyPr/>
                    <a:lstStyle/>
                    <a:p>
                      <a:pPr marL="0" indent="0" algn="l">
                        <a:lnSpc>
                          <a:spcPct val="100000"/>
                        </a:lnSpc>
                        <a:spcBef>
                          <a:spcPts val="0"/>
                        </a:spcBef>
                        <a:spcAft>
                          <a:spcPts val="0"/>
                        </a:spcAft>
                        <a:buNone/>
                      </a:pPr>
                      <a:r>
                        <a:rPr lang="en-IN" sz="1600" b="1" i="0"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xml:space="preserve">LIMITATION / RELEVANCE TO OUR PROJECT</a:t>
                      </a:r>
                    </a:p>
                  </a:txBody>
                  <a:tcPr/>
                </a:tc>
              </a:tr>
              <a:tr h="1051560">
                <a:tc>
                  <a:txBody>
                    <a:bodyPr/>
                    <a:lstStyle/>
                    <a:p>
                      <a:pPr marL="0" indent="0" algn="l">
                        <a:lnSpc>
                          <a:spcPct val="100000"/>
                        </a:lnSpc>
                        <a:spcBef>
                          <a:spcPts val="0"/>
                        </a:spcBef>
                        <a:spcAft>
                          <a:spcPts val="0"/>
                        </a:spcAft>
                        <a:buNone/>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1</a:t>
                      </a:r>
                    </a:p>
                  </a:txBody>
                  <a:tcPr/>
                </a:tc>
                <a:tc>
                  <a:txBody>
                    <a:bodyPr/>
                    <a:lstStyle/>
                    <a:p>
                      <a:pPr marL="0" indent="0" algn="l">
                        <a:lnSpc>
                          <a:spcPct val="100000"/>
                        </a:lnSpc>
                        <a:spcBef>
                          <a:spcPts val="0"/>
                        </a:spcBef>
                        <a:spcAft>
                          <a:spcPts val="0"/>
                        </a:spcAft>
                        <a:buNone/>
                      </a:pPr>
                      <a:r>
                        <a:rPr lang="en-IN" sz="16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Ji et al. — IEEE Access, 2024 (Base paper)</a:t>
                      </a:r>
                    </a:p>
                  </a:txBody>
                  <a:tcPr/>
                </a:tc>
                <a:tc>
                  <a:txBody>
                    <a:bodyPr/>
                    <a:lstStyle/>
                    <a:p>
                      <a:pPr marL="0" indent="0" algn="l">
                        <a:lnSpc>
                          <a:spcPct val="100000"/>
                        </a:lnSpc>
                        <a:spcBef>
                          <a:spcPts val="0"/>
                        </a:spcBef>
                        <a:spcAft>
                          <a:spcPts val="0"/>
                        </a:spcAft>
                        <a:buNone/>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RL-based gait and foot-trajectory planning; static stability margin used as the stability measure; tilt-based gait switching.</a:t>
                      </a:r>
                    </a:p>
                  </a:txBody>
                  <a:tcPr/>
                </a:tc>
                <a:tc>
                  <a:txBody>
                    <a:bodyPr/>
                    <a:lstStyle/>
                    <a:p>
                      <a:pPr marL="0" indent="0" algn="l">
                        <a:lnSpc>
                          <a:spcPct val="100000"/>
                        </a:lnSpc>
                        <a:spcBef>
                          <a:spcPts val="0"/>
                        </a:spcBef>
                        <a:spcAft>
                          <a:spcPts val="0"/>
                        </a:spcAft>
                        <a:buNone/>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Needs RL training (PyBullet) and a GPU — not feasible on an Arduino. We adopt only the stability concepts.</a:t>
                      </a:r>
                    </a:p>
                  </a:txBody>
                  <a:tcPr/>
                </a:tc>
              </a:tr>
              <a:tr h="1051560">
                <a:tc>
                  <a:txBody>
                    <a:bodyPr/>
                    <a:lstStyle/>
                    <a:p>
                      <a:pPr marL="0" indent="0" algn="l">
                        <a:lnSpc>
                          <a:spcPct val="100000"/>
                        </a:lnSpc>
                        <a:spcBef>
                          <a:spcPts val="0"/>
                        </a:spcBef>
                        <a:spcAft>
                          <a:spcPts val="0"/>
                        </a:spcAft>
                        <a:buNone/>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2</a:t>
                      </a:r>
                    </a:p>
                  </a:txBody>
                  <a:tcPr/>
                </a:tc>
                <a:tc>
                  <a:txBody>
                    <a:bodyPr/>
                    <a:lstStyle/>
                    <a:p>
                      <a:pPr marL="0" indent="0" algn="l">
                        <a:lnSpc>
                          <a:spcPct val="100000"/>
                        </a:lnSpc>
                        <a:spcBef>
                          <a:spcPts val="0"/>
                        </a:spcBef>
                        <a:spcAft>
                          <a:spcPts val="0"/>
                        </a:spcAft>
                        <a:buNone/>
                      </a:pPr>
                      <a:r>
                        <a:rPr lang="en-IN" sz="16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Mohamed et al. — Proc. IMechE Part C, 2024</a:t>
                      </a:r>
                    </a:p>
                  </a:txBody>
                  <a:tcPr/>
                </a:tc>
                <a:tc>
                  <a:txBody>
                    <a:bodyPr/>
                    <a:lstStyle/>
                    <a:p>
                      <a:pPr marL="0" indent="0" algn="l">
                        <a:lnSpc>
                          <a:spcPct val="100000"/>
                        </a:lnSpc>
                        <a:spcBef>
                          <a:spcPts val="0"/>
                        </a:spcBef>
                        <a:spcAft>
                          <a:spcPts val="0"/>
                        </a:spcAft>
                        <a:buNone/>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Kinematic model and body levelling of a hexapod with telescopic legs.</a:t>
                      </a:r>
                    </a:p>
                  </a:txBody>
                  <a:tcPr/>
                </a:tc>
                <a:tc>
                  <a:txBody>
                    <a:bodyPr/>
                    <a:lstStyle/>
                    <a:p>
                      <a:pPr marL="0" indent="0" algn="l">
                        <a:lnSpc>
                          <a:spcPct val="100000"/>
                        </a:lnSpc>
                        <a:spcBef>
                          <a:spcPts val="0"/>
                        </a:spcBef>
                        <a:spcAft>
                          <a:spcPts val="0"/>
                        </a:spcAft>
                        <a:buNone/>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Telescopic actuators exceed our budget; the modelling approach guided our leg torque check.</a:t>
                      </a:r>
                    </a:p>
                  </a:txBody>
                  <a:tcPr/>
                </a:tc>
              </a:tr>
              <a:tr h="1051560">
                <a:tc>
                  <a:txBody>
                    <a:bodyPr/>
                    <a:lstStyle/>
                    <a:p>
                      <a:pPr marL="0" indent="0" algn="l">
                        <a:lnSpc>
                          <a:spcPct val="100000"/>
                        </a:lnSpc>
                        <a:spcBef>
                          <a:spcPts val="0"/>
                        </a:spcBef>
                        <a:spcAft>
                          <a:spcPts val="0"/>
                        </a:spcAft>
                        <a:buNone/>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3</a:t>
                      </a:r>
                    </a:p>
                  </a:txBody>
                  <a:tcPr/>
                </a:tc>
                <a:tc>
                  <a:txBody>
                    <a:bodyPr/>
                    <a:lstStyle/>
                    <a:p>
                      <a:pPr marL="0" indent="0" algn="l">
                        <a:lnSpc>
                          <a:spcPct val="100000"/>
                        </a:lnSpc>
                        <a:spcBef>
                          <a:spcPts val="0"/>
                        </a:spcBef>
                        <a:spcAft>
                          <a:spcPts val="0"/>
                        </a:spcAft>
                        <a:buNone/>
                      </a:pPr>
                      <a:r>
                        <a:rPr lang="en-IN" sz="16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Liu et al. — J. Field Robotics, 2025</a:t>
                      </a:r>
                    </a:p>
                  </a:txBody>
                  <a:tcPr/>
                </a:tc>
                <a:tc>
                  <a:txBody>
                    <a:bodyPr/>
                    <a:lstStyle/>
                    <a:p>
                      <a:pPr marL="0" indent="0" algn="l">
                        <a:lnSpc>
                          <a:spcPct val="100000"/>
                        </a:lnSpc>
                        <a:spcBef>
                          <a:spcPts val="0"/>
                        </a:spcBef>
                        <a:spcAft>
                          <a:spcPts val="0"/>
                        </a:spcAft>
                        <a:buNone/>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Crab-like lateral walking with hierarchical control on unknown rugged terrain.</a:t>
                      </a:r>
                    </a:p>
                  </a:txBody>
                  <a:tcPr/>
                </a:tc>
                <a:tc>
                  <a:txBody>
                    <a:bodyPr/>
                    <a:lstStyle/>
                    <a:p>
                      <a:pPr marL="0" indent="0" algn="l">
                        <a:lnSpc>
                          <a:spcPct val="100000"/>
                        </a:lnSpc>
                        <a:spcBef>
                          <a:spcPts val="0"/>
                        </a:spcBef>
                        <a:spcAft>
                          <a:spcPts val="0"/>
                        </a:spcAft>
                        <a:buNone/>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Long lateral walking loads the hip joints heavily; we start with a forward tripod gait.</a:t>
                      </a:r>
                    </a:p>
                  </a:txBody>
                  <a:tcPr/>
                </a:tc>
              </a:tr>
              <a:tr h="1051560">
                <a:tc>
                  <a:txBody>
                    <a:bodyPr/>
                    <a:lstStyle/>
                    <a:p>
                      <a:pPr marL="0" indent="0" algn="l">
                        <a:lnSpc>
                          <a:spcPct val="100000"/>
                        </a:lnSpc>
                        <a:spcBef>
                          <a:spcPts val="0"/>
                        </a:spcBef>
                        <a:spcAft>
                          <a:spcPts val="0"/>
                        </a:spcAft>
                        <a:buNone/>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4</a:t>
                      </a:r>
                    </a:p>
                  </a:txBody>
                  <a:tcPr/>
                </a:tc>
                <a:tc>
                  <a:txBody>
                    <a:bodyPr/>
                    <a:lstStyle/>
                    <a:p>
                      <a:pPr marL="0" indent="0" algn="l">
                        <a:lnSpc>
                          <a:spcPct val="100000"/>
                        </a:lnSpc>
                        <a:spcBef>
                          <a:spcPts val="0"/>
                        </a:spcBef>
                        <a:spcAft>
                          <a:spcPts val="0"/>
                        </a:spcAft>
                        <a:buNone/>
                      </a:pPr>
                      <a:r>
                        <a:rPr lang="en-IN" sz="16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Xu et al. — J. Field Robotics, 2024</a:t>
                      </a:r>
                    </a:p>
                  </a:txBody>
                  <a:tcPr/>
                </a:tc>
                <a:tc>
                  <a:txBody>
                    <a:bodyPr/>
                    <a:lstStyle/>
                    <a:p>
                      <a:pPr marL="0" indent="0" algn="l">
                        <a:lnSpc>
                          <a:spcPct val="100000"/>
                        </a:lnSpc>
                        <a:spcBef>
                          <a:spcPts val="0"/>
                        </a:spcBef>
                        <a:spcAft>
                          <a:spcPts val="0"/>
                        </a:spcAft>
                        <a:buNone/>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Improved knee joint raises obstacle clearance without extra actuators.</a:t>
                      </a:r>
                    </a:p>
                  </a:txBody>
                  <a:tcPr/>
                </a:tc>
                <a:tc>
                  <a:txBody>
                    <a:bodyPr/>
                    <a:lstStyle/>
                    <a:p>
                      <a:pPr marL="0" indent="0" algn="l">
                        <a:lnSpc>
                          <a:spcPct val="100000"/>
                        </a:lnSpc>
                        <a:spcBef>
                          <a:spcPts val="0"/>
                        </a:spcBef>
                        <a:spcAft>
                          <a:spcPts val="0"/>
                        </a:spcAft>
                        <a:buNone/>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Shows the effect of leg geometry; our knee uses a standard rotary servo.</a:t>
                      </a:r>
                    </a:p>
                  </a:txBody>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4CABF"/>
        </a:solidFill>
        <a:effectLst/>
      </p:bgPr>
    </p:bg>
    <p:spTree>
      <p:nvGrpSpPr>
        <p:cNvPr id="200" name="Shape 200"/>
        <p:cNvGrpSpPr/>
        <p:nvPr/>
      </p:nvGrpSpPr>
      <p:grpSpPr>
        <a:xfrm>
          <a:off x="0" y="0"/>
          <a:ext cx="0" cy="0"/>
          <a:chOff x="0" y="0"/>
          <a:chExt cx="0" cy="0"/>
        </a:xfrm>
      </p:grpSpPr>
      <p:pic>
        <p:nvPicPr>
          <p:cNvPr id="202" name="Google Shape;202;g3f86c170c19_0_165" descr="A picture containing drawing&#10;&#10;Description automatically generated"/>
          <p:cNvPicPr preferRelativeResize="0"/>
          <p:nvPr/>
        </p:nvPicPr>
        <p:blipFill rotWithShape="1">
          <a:blip r:embed="rId1"/>
          <a:srcRect/>
          <a:stretch>
            <a:fillRect/>
          </a:stretch>
        </p:blipFill>
        <p:spPr>
          <a:xfrm>
            <a:off x="11378735" y="8274"/>
            <a:ext cx="799394" cy="769500"/>
          </a:xfrm>
          <a:prstGeom prst="rect">
            <a:avLst/>
          </a:prstGeom>
          <a:noFill/>
          <a:ln>
            <a:noFill/>
          </a:ln>
        </p:spPr>
      </p:pic>
      <p:pic>
        <p:nvPicPr>
          <p:cNvPr id="203" name="Google Shape;203;g3f86c170c19_0_165" descr="A picture containing drawing, food&#10;&#10;Description automatically generated"/>
          <p:cNvPicPr preferRelativeResize="0"/>
          <p:nvPr/>
        </p:nvPicPr>
        <p:blipFill rotWithShape="1">
          <a:blip r:embed="rId2"/>
          <a:srcRect/>
          <a:stretch>
            <a:fillRect/>
          </a:stretch>
        </p:blipFill>
        <p:spPr>
          <a:xfrm>
            <a:off x="34148" y="-2749"/>
            <a:ext cx="878075" cy="769500"/>
          </a:xfrm>
          <a:prstGeom prst="rect">
            <a:avLst/>
          </a:prstGeom>
          <a:noFill/>
          <a:ln>
            <a:noFill/>
          </a:ln>
        </p:spPr>
      </p:pic>
      <p:sp>
        <p:nvSpPr>
          <p:cNvPr id="204" name="TextBox 203"/>
          <p:cNvSpPr txBox="1"/>
          <p:nvPr/>
        </p:nvSpPr>
        <p:spPr>
          <a:xfrm>
            <a:off x="1097280" y="457200"/>
            <a:ext cx="9994392" cy="640080"/>
          </a:xfrm>
          <a:prstGeom prst="rect">
            <a:avLst/>
          </a:prstGeom>
          <a:noFill/>
        </p:spPr>
        <p:txBody>
          <a:bodyPr wrap="square" anchor="ctr" lIns="91425" rIns="91425"/>
          <a:lstStyle/>
          <a:p>
            <a:pPr marL="0" indent="0" algn="ctr">
              <a:lnSpc>
                <a:spcPct val="100000"/>
              </a:lnSpc>
              <a:spcBef>
                <a:spcPts val="0"/>
              </a:spcBef>
              <a:spcAft>
                <a:spcPts val="0"/>
              </a:spcAft>
              <a:buNone/>
            </a:pPr>
            <a:r>
              <a:rPr lang="en-IN" sz="2800" b="1" i="0"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xml:space="preserve">LITERATURE REVIEW (CONTD.)</a:t>
            </a:r>
          </a:p>
        </p:txBody>
      </p:sp>
      <p:graphicFrame>
        <p:nvGraphicFramePr>
          <p:cNvPr id="205" name="Table 204"/>
          <p:cNvGraphicFramePr>
            <a:graphicFrameLocks noGrp="1"/>
          </p:cNvGraphicFramePr>
          <p:nvPr/>
        </p:nvGraphicFramePr>
        <p:xfrm>
          <a:off x="411480" y="1325880"/>
          <a:ext cx="11338560" cy="3931920"/>
        </p:xfrm>
        <a:graphic>
          <a:graphicData uri="http://schemas.openxmlformats.org/drawingml/2006/table">
            <a:tbl>
              <a:tblPr firstRow="1" bandRow="1">
                <a:tableStyleId>{6B23DE0B-3846-4328-826E-2A21398C07C0}</a:tableStyleId>
              </a:tblPr>
              <a:tblGrid>
                <a:gridCol w="548640"/>
                <a:gridCol w="2514600"/>
                <a:gridCol w="4206240"/>
                <a:gridCol w="4069080"/>
              </a:tblGrid>
              <a:tr h="502920">
                <a:tc>
                  <a:txBody>
                    <a:bodyPr/>
                    <a:lstStyle/>
                    <a:p>
                      <a:pPr marL="0" indent="0" algn="l">
                        <a:lnSpc>
                          <a:spcPct val="100000"/>
                        </a:lnSpc>
                        <a:spcBef>
                          <a:spcPts val="0"/>
                        </a:spcBef>
                        <a:spcAft>
                          <a:spcPts val="0"/>
                        </a:spcAft>
                        <a:buNone/>
                      </a:pPr>
                      <a:r>
                        <a:rPr lang="en-IN" sz="1600" b="1" i="0"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xml:space="preserve">S. No.</a:t>
                      </a:r>
                    </a:p>
                  </a:txBody>
                  <a:tcPr/>
                </a:tc>
                <a:tc>
                  <a:txBody>
                    <a:bodyPr/>
                    <a:lstStyle/>
                    <a:p>
                      <a:pPr marL="0" indent="0" algn="l">
                        <a:lnSpc>
                          <a:spcPct val="100000"/>
                        </a:lnSpc>
                        <a:spcBef>
                          <a:spcPts val="0"/>
                        </a:spcBef>
                        <a:spcAft>
                          <a:spcPts val="0"/>
                        </a:spcAft>
                        <a:buNone/>
                      </a:pPr>
                      <a:r>
                        <a:rPr lang="en-IN" sz="1600" b="1" i="0"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xml:space="preserve">REFERENCE</a:t>
                      </a:r>
                    </a:p>
                  </a:txBody>
                  <a:tcPr/>
                </a:tc>
                <a:tc>
                  <a:txBody>
                    <a:bodyPr/>
                    <a:lstStyle/>
                    <a:p>
                      <a:pPr marL="0" indent="0" algn="l">
                        <a:lnSpc>
                          <a:spcPct val="100000"/>
                        </a:lnSpc>
                        <a:spcBef>
                          <a:spcPts val="0"/>
                        </a:spcBef>
                        <a:spcAft>
                          <a:spcPts val="0"/>
                        </a:spcAft>
                        <a:buNone/>
                      </a:pPr>
                      <a:r>
                        <a:rPr lang="en-IN" sz="1600" b="1" i="0"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xml:space="preserve">FINDINGS</a:t>
                      </a:r>
                    </a:p>
                  </a:txBody>
                  <a:tcPr/>
                </a:tc>
                <a:tc>
                  <a:txBody>
                    <a:bodyPr/>
                    <a:lstStyle/>
                    <a:p>
                      <a:pPr marL="0" indent="0" algn="l">
                        <a:lnSpc>
                          <a:spcPct val="100000"/>
                        </a:lnSpc>
                        <a:spcBef>
                          <a:spcPts val="0"/>
                        </a:spcBef>
                        <a:spcAft>
                          <a:spcPts val="0"/>
                        </a:spcAft>
                        <a:buNone/>
                      </a:pPr>
                      <a:r>
                        <a:rPr lang="en-IN" sz="1600" b="1" i="0"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xml:space="preserve">LIMITATION / RELEVANCE TO OUR PROJECT</a:t>
                      </a:r>
                    </a:p>
                  </a:txBody>
                  <a:tcPr/>
                </a:tc>
              </a:tr>
              <a:tr h="1143000">
                <a:tc>
                  <a:txBody>
                    <a:bodyPr/>
                    <a:lstStyle/>
                    <a:p>
                      <a:pPr marL="0" indent="0" algn="l">
                        <a:lnSpc>
                          <a:spcPct val="100000"/>
                        </a:lnSpc>
                        <a:spcBef>
                          <a:spcPts val="0"/>
                        </a:spcBef>
                        <a:spcAft>
                          <a:spcPts val="0"/>
                        </a:spcAft>
                        <a:buNone/>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5</a:t>
                      </a:r>
                    </a:p>
                  </a:txBody>
                  <a:tcPr/>
                </a:tc>
                <a:tc>
                  <a:txBody>
                    <a:bodyPr/>
                    <a:lstStyle/>
                    <a:p>
                      <a:pPr marL="0" indent="0" algn="l">
                        <a:lnSpc>
                          <a:spcPct val="100000"/>
                        </a:lnSpc>
                        <a:spcBef>
                          <a:spcPts val="0"/>
                        </a:spcBef>
                        <a:spcAft>
                          <a:spcPts val="0"/>
                        </a:spcAft>
                        <a:buNone/>
                      </a:pPr>
                      <a:r>
                        <a:rPr lang="en-IN" sz="16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Saengsint et al. — IEEE ROBIO, 2023</a:t>
                      </a:r>
                    </a:p>
                  </a:txBody>
                  <a:tcPr/>
                </a:tc>
                <a:tc>
                  <a:txBody>
                    <a:bodyPr/>
                    <a:lstStyle/>
                    <a:p>
                      <a:pPr marL="0" indent="0" algn="l">
                        <a:lnSpc>
                          <a:spcPct val="100000"/>
                        </a:lnSpc>
                        <a:spcBef>
                          <a:spcPts val="0"/>
                        </a:spcBef>
                        <a:spcAft>
                          <a:spcPts val="0"/>
                        </a:spcAft>
                        <a:buNone/>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Rescue hexapod with AI-based human detection and tracking.</a:t>
                      </a:r>
                    </a:p>
                  </a:txBody>
                  <a:tcPr/>
                </a:tc>
                <a:tc>
                  <a:txBody>
                    <a:bodyPr/>
                    <a:lstStyle/>
                    <a:p>
                      <a:pPr marL="0" indent="0" algn="l">
                        <a:lnSpc>
                          <a:spcPct val="100000"/>
                        </a:lnSpc>
                        <a:spcBef>
                          <a:spcPts val="0"/>
                        </a:spcBef>
                        <a:spcAft>
                          <a:spcPts val="0"/>
                        </a:spcAft>
                        <a:buNone/>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On-board AI needs far more processing than a microcontroller.</a:t>
                      </a:r>
                    </a:p>
                  </a:txBody>
                  <a:tcPr/>
                </a:tc>
              </a:tr>
              <a:tr h="1143000">
                <a:tc>
                  <a:txBody>
                    <a:bodyPr/>
                    <a:lstStyle/>
                    <a:p>
                      <a:pPr marL="0" indent="0" algn="l">
                        <a:lnSpc>
                          <a:spcPct val="100000"/>
                        </a:lnSpc>
                        <a:spcBef>
                          <a:spcPts val="0"/>
                        </a:spcBef>
                        <a:spcAft>
                          <a:spcPts val="0"/>
                        </a:spcAft>
                        <a:buNone/>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6</a:t>
                      </a:r>
                    </a:p>
                  </a:txBody>
                  <a:tcPr/>
                </a:tc>
                <a:tc>
                  <a:txBody>
                    <a:bodyPr/>
                    <a:lstStyle/>
                    <a:p>
                      <a:pPr marL="0" indent="0" algn="l">
                        <a:lnSpc>
                          <a:spcPct val="100000"/>
                        </a:lnSpc>
                        <a:spcBef>
                          <a:spcPts val="0"/>
                        </a:spcBef>
                        <a:spcAft>
                          <a:spcPts val="0"/>
                        </a:spcAft>
                        <a:buNone/>
                      </a:pPr>
                      <a:r>
                        <a:rPr lang="en-IN" sz="16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Kulkarni et al. — Springer LNEE, 2024</a:t>
                      </a:r>
                    </a:p>
                  </a:txBody>
                  <a:tcPr/>
                </a:tc>
                <a:tc>
                  <a:txBody>
                    <a:bodyPr/>
                    <a:lstStyle/>
                    <a:p>
                      <a:pPr marL="0" indent="0" algn="l">
                        <a:lnSpc>
                          <a:spcPct val="100000"/>
                        </a:lnSpc>
                        <a:spcBef>
                          <a:spcPts val="0"/>
                        </a:spcBef>
                        <a:spcAft>
                          <a:spcPts val="0"/>
                        </a:spcAft>
                        <a:buNone/>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Arduino Uno + ultrasonic sensor + ESP32-CAM surveillance robot with live video.</a:t>
                      </a:r>
                    </a:p>
                  </a:txBody>
                  <a:tcPr/>
                </a:tc>
                <a:tc>
                  <a:txBody>
                    <a:bodyPr/>
                    <a:lstStyle/>
                    <a:p>
                      <a:pPr marL="0" indent="0" algn="l">
                        <a:lnSpc>
                          <a:spcPct val="100000"/>
                        </a:lnSpc>
                        <a:spcBef>
                          <a:spcPts val="0"/>
                        </a:spcBef>
                        <a:spcAft>
                          <a:spcPts val="0"/>
                        </a:spcAft>
                        <a:buNone/>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Wheeled platform; confirms the sensing and camera stack we are using.</a:t>
                      </a:r>
                    </a:p>
                  </a:txBody>
                  <a:tcPr/>
                </a:tc>
              </a:tr>
              <a:tr h="1143000">
                <a:tc>
                  <a:txBody>
                    <a:bodyPr/>
                    <a:lstStyle/>
                    <a:p>
                      <a:pPr marL="0" indent="0" algn="l">
                        <a:lnSpc>
                          <a:spcPct val="100000"/>
                        </a:lnSpc>
                        <a:spcBef>
                          <a:spcPts val="0"/>
                        </a:spcBef>
                        <a:spcAft>
                          <a:spcPts val="0"/>
                        </a:spcAft>
                        <a:buNone/>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7</a:t>
                      </a:r>
                    </a:p>
                  </a:txBody>
                  <a:tcPr/>
                </a:tc>
                <a:tc>
                  <a:txBody>
                    <a:bodyPr/>
                    <a:lstStyle/>
                    <a:p>
                      <a:pPr marL="0" indent="0" algn="l">
                        <a:lnSpc>
                          <a:spcPct val="100000"/>
                        </a:lnSpc>
                        <a:spcBef>
                          <a:spcPts val="0"/>
                        </a:spcBef>
                        <a:spcAft>
                          <a:spcPts val="0"/>
                        </a:spcAft>
                        <a:buNone/>
                      </a:pPr>
                      <a:r>
                        <a:rPr lang="en-IN" sz="16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Mahmud et al. — IEEE Access, 2024</a:t>
                      </a:r>
                    </a:p>
                  </a:txBody>
                  <a:tcPr/>
                </a:tc>
                <a:tc>
                  <a:txBody>
                    <a:bodyPr/>
                    <a:lstStyle/>
                    <a:p>
                      <a:pPr marL="0" indent="0" algn="l">
                        <a:lnSpc>
                          <a:spcPct val="100000"/>
                        </a:lnSpc>
                        <a:spcBef>
                          <a:spcPts val="0"/>
                        </a:spcBef>
                        <a:spcAft>
                          <a:spcPts val="0"/>
                        </a:spcAft>
                        <a:buNone/>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Synthetic images used to improve victim detection in disaster scenes.</a:t>
                      </a:r>
                    </a:p>
                  </a:txBody>
                  <a:tcPr/>
                </a:tc>
                <a:tc>
                  <a:txBody>
                    <a:bodyPr/>
                    <a:lstStyle/>
                    <a:p>
                      <a:pPr marL="0" indent="0" algn="l">
                        <a:lnSpc>
                          <a:spcPct val="100000"/>
                        </a:lnSpc>
                        <a:spcBef>
                          <a:spcPts val="0"/>
                        </a:spcBef>
                        <a:spcAft>
                          <a:spcPts val="0"/>
                        </a:spcAft>
                        <a:buNone/>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Shows the value of a visual link; victim detection is outside our scope.</a:t>
                      </a:r>
                    </a:p>
                  </a:txBody>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4CABF"/>
        </a:solidFill>
        <a:effectLst/>
      </p:bgPr>
    </p:bg>
    <p:spTree>
      <p:nvGrpSpPr>
        <p:cNvPr id="207" name="Shape 207"/>
        <p:cNvGrpSpPr/>
        <p:nvPr/>
      </p:nvGrpSpPr>
      <p:grpSpPr>
        <a:xfrm>
          <a:off x="0" y="0"/>
          <a:ext cx="0" cy="0"/>
          <a:chOff x="0" y="0"/>
          <a:chExt cx="0" cy="0"/>
        </a:xfrm>
      </p:grpSpPr>
      <p:pic>
        <p:nvPicPr>
          <p:cNvPr id="209" name="Google Shape;209;g3f86c170c19_0_171" descr="A picture containing drawing&#10;&#10;Description automatically generated"/>
          <p:cNvPicPr preferRelativeResize="0"/>
          <p:nvPr/>
        </p:nvPicPr>
        <p:blipFill rotWithShape="1">
          <a:blip r:embed="rId1"/>
          <a:srcRect/>
          <a:stretch>
            <a:fillRect/>
          </a:stretch>
        </p:blipFill>
        <p:spPr>
          <a:xfrm>
            <a:off x="11378735" y="8274"/>
            <a:ext cx="799394" cy="769500"/>
          </a:xfrm>
          <a:prstGeom prst="rect">
            <a:avLst/>
          </a:prstGeom>
          <a:noFill/>
          <a:ln>
            <a:noFill/>
          </a:ln>
        </p:spPr>
      </p:pic>
      <p:pic>
        <p:nvPicPr>
          <p:cNvPr id="210" name="Google Shape;210;g3f86c170c19_0_171" descr="A picture containing drawing, food&#10;&#10;Description automatically generated"/>
          <p:cNvPicPr preferRelativeResize="0"/>
          <p:nvPr/>
        </p:nvPicPr>
        <p:blipFill rotWithShape="1">
          <a:blip r:embed="rId2"/>
          <a:srcRect/>
          <a:stretch>
            <a:fillRect/>
          </a:stretch>
        </p:blipFill>
        <p:spPr>
          <a:xfrm>
            <a:off x="34148" y="-2749"/>
            <a:ext cx="878075" cy="769500"/>
          </a:xfrm>
          <a:prstGeom prst="rect">
            <a:avLst/>
          </a:prstGeom>
          <a:noFill/>
          <a:ln>
            <a:noFill/>
          </a:ln>
        </p:spPr>
      </p:pic>
      <p:sp>
        <p:nvSpPr>
          <p:cNvPr id="211" name="TextBox 210"/>
          <p:cNvSpPr txBox="1"/>
          <p:nvPr/>
        </p:nvSpPr>
        <p:spPr>
          <a:xfrm>
            <a:off x="1097280" y="457200"/>
            <a:ext cx="9994392" cy="640080"/>
          </a:xfrm>
          <a:prstGeom prst="rect">
            <a:avLst/>
          </a:prstGeom>
          <a:noFill/>
        </p:spPr>
        <p:txBody>
          <a:bodyPr wrap="square" anchor="ctr" lIns="91425" rIns="91425"/>
          <a:lstStyle/>
          <a:p>
            <a:pPr marL="0" indent="0" algn="ctr">
              <a:lnSpc>
                <a:spcPct val="100000"/>
              </a:lnSpc>
              <a:spcBef>
                <a:spcPts val="0"/>
              </a:spcBef>
              <a:spcAft>
                <a:spcPts val="0"/>
              </a:spcAft>
              <a:buNone/>
            </a:pPr>
            <a:r>
              <a:rPr lang="en-IN" sz="2800" b="1" i="0"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xml:space="preserve">LITERATURE REVIEW (CONTD.)</a:t>
            </a:r>
          </a:p>
        </p:txBody>
      </p:sp>
      <p:graphicFrame>
        <p:nvGraphicFramePr>
          <p:cNvPr id="212" name="Table 211"/>
          <p:cNvGraphicFramePr>
            <a:graphicFrameLocks noGrp="1"/>
          </p:cNvGraphicFramePr>
          <p:nvPr/>
        </p:nvGraphicFramePr>
        <p:xfrm>
          <a:off x="411480" y="1325880"/>
          <a:ext cx="11338560" cy="3931920"/>
        </p:xfrm>
        <a:graphic>
          <a:graphicData uri="http://schemas.openxmlformats.org/drawingml/2006/table">
            <a:tbl>
              <a:tblPr firstRow="1" bandRow="1">
                <a:tableStyleId>{6B23DE0B-3846-4328-826E-2A21398C07C0}</a:tableStyleId>
              </a:tblPr>
              <a:tblGrid>
                <a:gridCol w="548640"/>
                <a:gridCol w="2514600"/>
                <a:gridCol w="4206240"/>
                <a:gridCol w="4069080"/>
              </a:tblGrid>
              <a:tr h="502920">
                <a:tc>
                  <a:txBody>
                    <a:bodyPr/>
                    <a:lstStyle/>
                    <a:p>
                      <a:pPr marL="0" indent="0" algn="l">
                        <a:lnSpc>
                          <a:spcPct val="100000"/>
                        </a:lnSpc>
                        <a:spcBef>
                          <a:spcPts val="0"/>
                        </a:spcBef>
                        <a:spcAft>
                          <a:spcPts val="0"/>
                        </a:spcAft>
                        <a:buNone/>
                      </a:pPr>
                      <a:r>
                        <a:rPr lang="en-IN" sz="1600" b="1" i="0"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xml:space="preserve">S. No.</a:t>
                      </a:r>
                    </a:p>
                  </a:txBody>
                  <a:tcPr/>
                </a:tc>
                <a:tc>
                  <a:txBody>
                    <a:bodyPr/>
                    <a:lstStyle/>
                    <a:p>
                      <a:pPr marL="0" indent="0" algn="l">
                        <a:lnSpc>
                          <a:spcPct val="100000"/>
                        </a:lnSpc>
                        <a:spcBef>
                          <a:spcPts val="0"/>
                        </a:spcBef>
                        <a:spcAft>
                          <a:spcPts val="0"/>
                        </a:spcAft>
                        <a:buNone/>
                      </a:pPr>
                      <a:r>
                        <a:rPr lang="en-IN" sz="1600" b="1" i="0"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xml:space="preserve">REFERENCE</a:t>
                      </a:r>
                    </a:p>
                  </a:txBody>
                  <a:tcPr/>
                </a:tc>
                <a:tc>
                  <a:txBody>
                    <a:bodyPr/>
                    <a:lstStyle/>
                    <a:p>
                      <a:pPr marL="0" indent="0" algn="l">
                        <a:lnSpc>
                          <a:spcPct val="100000"/>
                        </a:lnSpc>
                        <a:spcBef>
                          <a:spcPts val="0"/>
                        </a:spcBef>
                        <a:spcAft>
                          <a:spcPts val="0"/>
                        </a:spcAft>
                        <a:buNone/>
                      </a:pPr>
                      <a:r>
                        <a:rPr lang="en-IN" sz="1600" b="1" i="0"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xml:space="preserve">FINDINGS</a:t>
                      </a:r>
                    </a:p>
                  </a:txBody>
                  <a:tcPr/>
                </a:tc>
                <a:tc>
                  <a:txBody>
                    <a:bodyPr/>
                    <a:lstStyle/>
                    <a:p>
                      <a:pPr marL="0" indent="0" algn="l">
                        <a:lnSpc>
                          <a:spcPct val="100000"/>
                        </a:lnSpc>
                        <a:spcBef>
                          <a:spcPts val="0"/>
                        </a:spcBef>
                        <a:spcAft>
                          <a:spcPts val="0"/>
                        </a:spcAft>
                        <a:buNone/>
                      </a:pPr>
                      <a:r>
                        <a:rPr lang="en-IN" sz="1600" b="1" i="0"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xml:space="preserve">LIMITATION / RELEVANCE TO OUR PROJECT</a:t>
                      </a:r>
                    </a:p>
                  </a:txBody>
                  <a:tcPr/>
                </a:tc>
              </a:tr>
              <a:tr h="1143000">
                <a:tc>
                  <a:txBody>
                    <a:bodyPr/>
                    <a:lstStyle/>
                    <a:p>
                      <a:pPr marL="0" indent="0" algn="l">
                        <a:lnSpc>
                          <a:spcPct val="100000"/>
                        </a:lnSpc>
                        <a:spcBef>
                          <a:spcPts val="0"/>
                        </a:spcBef>
                        <a:spcAft>
                          <a:spcPts val="0"/>
                        </a:spcAft>
                        <a:buNone/>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8</a:t>
                      </a:r>
                    </a:p>
                  </a:txBody>
                  <a:tcPr/>
                </a:tc>
                <a:tc>
                  <a:txBody>
                    <a:bodyPr/>
                    <a:lstStyle/>
                    <a:p>
                      <a:pPr marL="0" indent="0" algn="l">
                        <a:lnSpc>
                          <a:spcPct val="100000"/>
                        </a:lnSpc>
                        <a:spcBef>
                          <a:spcPts val="0"/>
                        </a:spcBef>
                        <a:spcAft>
                          <a:spcPts val="0"/>
                        </a:spcAft>
                        <a:buNone/>
                      </a:pPr>
                      <a:r>
                        <a:rPr lang="en-IN" sz="16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Cruz Ulloa et al. — Applied Sciences, 2024</a:t>
                      </a:r>
                    </a:p>
                  </a:txBody>
                  <a:tcPr/>
                </a:tc>
                <a:tc>
                  <a:txBody>
                    <a:bodyPr/>
                    <a:lstStyle/>
                    <a:p>
                      <a:pPr marL="0" indent="0" algn="l">
                        <a:lnSpc>
                          <a:spcPct val="100000"/>
                        </a:lnSpc>
                        <a:spcBef>
                          <a:spcPts val="0"/>
                        </a:spcBef>
                        <a:spcAft>
                          <a:spcPts val="0"/>
                        </a:spcAft>
                        <a:buNone/>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Compares thermal, multispectral and RGB vision for victim detection.</a:t>
                      </a:r>
                    </a:p>
                  </a:txBody>
                  <a:tcPr/>
                </a:tc>
                <a:tc>
                  <a:txBody>
                    <a:bodyPr/>
                    <a:lstStyle/>
                    <a:p>
                      <a:pPr marL="0" indent="0" algn="l">
                        <a:lnSpc>
                          <a:spcPct val="100000"/>
                        </a:lnSpc>
                        <a:spcBef>
                          <a:spcPts val="0"/>
                        </a:spcBef>
                        <a:spcAft>
                          <a:spcPts val="0"/>
                        </a:spcAft>
                        <a:buNone/>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Thermal / multispectral cameras exceed our budget; RGB (ESP32-CAM) chosen.</a:t>
                      </a:r>
                    </a:p>
                  </a:txBody>
                  <a:tcPr/>
                </a:tc>
              </a:tr>
              <a:tr h="1143000">
                <a:tc>
                  <a:txBody>
                    <a:bodyPr/>
                    <a:lstStyle/>
                    <a:p>
                      <a:pPr marL="0" indent="0" algn="l">
                        <a:lnSpc>
                          <a:spcPct val="100000"/>
                        </a:lnSpc>
                        <a:spcBef>
                          <a:spcPts val="0"/>
                        </a:spcBef>
                        <a:spcAft>
                          <a:spcPts val="0"/>
                        </a:spcAft>
                        <a:buNone/>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9</a:t>
                      </a:r>
                    </a:p>
                  </a:txBody>
                  <a:tcPr/>
                </a:tc>
                <a:tc>
                  <a:txBody>
                    <a:bodyPr/>
                    <a:lstStyle/>
                    <a:p>
                      <a:pPr marL="0" indent="0" algn="l">
                        <a:lnSpc>
                          <a:spcPct val="100000"/>
                        </a:lnSpc>
                        <a:spcBef>
                          <a:spcPts val="0"/>
                        </a:spcBef>
                        <a:spcAft>
                          <a:spcPts val="0"/>
                        </a:spcAft>
                        <a:buNone/>
                      </a:pPr>
                      <a:r>
                        <a:rPr lang="en-IN" sz="16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Jadeja et al. — Scientific Reports, 2024</a:t>
                      </a:r>
                    </a:p>
                  </a:txBody>
                  <a:tcPr/>
                </a:tc>
                <a:tc>
                  <a:txBody>
                    <a:bodyPr/>
                    <a:lstStyle/>
                    <a:p>
                      <a:pPr marL="0" indent="0" algn="l">
                        <a:lnSpc>
                          <a:spcPct val="100000"/>
                        </a:lnSpc>
                        <a:spcBef>
                          <a:spcPts val="0"/>
                        </a:spcBef>
                        <a:spcAft>
                          <a:spcPts val="0"/>
                        </a:spcAft>
                        <a:buNone/>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Deep-learning survivor detection on a snake robot.</a:t>
                      </a:r>
                    </a:p>
                  </a:txBody>
                  <a:tcPr/>
                </a:tc>
                <a:tc>
                  <a:txBody>
                    <a:bodyPr/>
                    <a:lstStyle/>
                    <a:p>
                      <a:pPr marL="0" indent="0" algn="l">
                        <a:lnSpc>
                          <a:spcPct val="100000"/>
                        </a:lnSpc>
                        <a:spcBef>
                          <a:spcPts val="0"/>
                        </a:spcBef>
                        <a:spcAft>
                          <a:spcPts val="0"/>
                        </a:spcAft>
                        <a:buNone/>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Needs neural-network hardware; detection is better done on the operator side.</a:t>
                      </a:r>
                    </a:p>
                  </a:txBody>
                  <a:tcPr/>
                </a:tc>
              </a:tr>
              <a:tr h="1143000">
                <a:tc>
                  <a:txBody>
                    <a:bodyPr/>
                    <a:lstStyle/>
                    <a:p>
                      <a:pPr marL="0" indent="0" algn="l">
                        <a:lnSpc>
                          <a:spcPct val="100000"/>
                        </a:lnSpc>
                        <a:spcBef>
                          <a:spcPts val="0"/>
                        </a:spcBef>
                        <a:spcAft>
                          <a:spcPts val="0"/>
                        </a:spcAft>
                        <a:buNone/>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10</a:t>
                      </a:r>
                    </a:p>
                  </a:txBody>
                  <a:tcPr/>
                </a:tc>
                <a:tc>
                  <a:txBody>
                    <a:bodyPr/>
                    <a:lstStyle/>
                    <a:p>
                      <a:pPr marL="0" indent="0" algn="l">
                        <a:lnSpc>
                          <a:spcPct val="100000"/>
                        </a:lnSpc>
                        <a:spcBef>
                          <a:spcPts val="0"/>
                        </a:spcBef>
                        <a:spcAft>
                          <a:spcPts val="0"/>
                        </a:spcAft>
                        <a:buNone/>
                      </a:pPr>
                      <a:r>
                        <a:rPr lang="en-IN" sz="16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Gelfert — RiTA 2022 (Springer), 2023</a:t>
                      </a:r>
                    </a:p>
                  </a:txBody>
                  <a:tcPr/>
                </a:tc>
                <a:tc>
                  <a:txBody>
                    <a:bodyPr/>
                    <a:lstStyle/>
                    <a:p>
                      <a:pPr marL="0" indent="0" algn="l">
                        <a:lnSpc>
                          <a:spcPct val="100000"/>
                        </a:lnSpc>
                        <a:spcBef>
                          <a:spcPts val="0"/>
                        </a:spcBef>
                        <a:spcAft>
                          <a:spcPts val="0"/>
                        </a:spcAft>
                        <a:buNone/>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Real-time victim detection in smoke using a multi-sensor unit.</a:t>
                      </a:r>
                    </a:p>
                  </a:txBody>
                  <a:tcPr/>
                </a:tc>
                <a:tc>
                  <a:txBody>
                    <a:bodyPr/>
                    <a:lstStyle/>
                    <a:p>
                      <a:pPr marL="0" indent="0" algn="l">
                        <a:lnSpc>
                          <a:spcPct val="100000"/>
                        </a:lnSpc>
                        <a:spcBef>
                          <a:spcPts val="0"/>
                        </a:spcBef>
                        <a:spcAft>
                          <a:spcPts val="0"/>
                        </a:spcAft>
                        <a:buNone/>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Specialised sensors and deep learning; beyond this project.</a:t>
                      </a:r>
                    </a:p>
                  </a:txBody>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4CABF"/>
        </a:solidFill>
        <a:effectLst/>
      </p:bgPr>
    </p:bg>
    <p:spTree>
      <p:nvGrpSpPr>
        <p:cNvPr id="278" name="Shape 278"/>
        <p:cNvGrpSpPr/>
        <p:nvPr/>
      </p:nvGrpSpPr>
      <p:grpSpPr>
        <a:xfrm>
          <a:off x="0" y="0"/>
          <a:ext cx="0" cy="0"/>
          <a:chOff x="0" y="0"/>
          <a:chExt cx="0" cy="0"/>
        </a:xfrm>
      </p:grpSpPr>
      <p:sp>
        <p:nvSpPr>
          <p:cNvPr id="279" name="Google Shape;279;p9"/>
          <p:cNvSpPr txBox="1"/>
          <p:nvPr/>
        </p:nvSpPr>
        <p:spPr>
          <a:xfrm>
            <a:off x="1097280" y="457200"/>
            <a:ext cx="9994392" cy="640080"/>
          </a:xfrm>
          <a:prstGeom prst="rect">
            <a:avLst/>
          </a:prstGeom>
          <a:noFill/>
          <a:ln>
            <a:noFill/>
          </a:ln>
        </p:spPr>
        <p:txBody>
          <a:bodyPr spcFirstLastPara="1" wrap="square" lIns="91425" tIns="45700" rIns="91425" bIns="45700" anchor="ctr" anchorCtr="0"/>
          <a:lstStyle/>
          <a:p>
            <a:pPr marL="0" indent="0" algn="ctr">
              <a:spcBef>
                <a:spcPts val="0"/>
              </a:spcBef>
              <a:spcAft>
                <a:spcPts val="0"/>
              </a:spcAft>
              <a:buNone/>
            </a:pPr>
            <a:r>
              <a:rPr lang="en-IN" sz="2800"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t>BASE PAPER FINDINGS</a:t>
            </a:r>
          </a:p>
        </p:txBody>
      </p:sp>
      <p:pic>
        <p:nvPicPr>
          <p:cNvPr id="280" name="Google Shape;280;p9" descr="A picture containing drawing&#10;&#10;Description automatically generated"/>
          <p:cNvPicPr preferRelativeResize="0"/>
          <p:nvPr/>
        </p:nvPicPr>
        <p:blipFill rotWithShape="1">
          <a:blip r:embed="rId1"/>
          <a:srcRect/>
          <a:stretch>
            <a:fillRect/>
          </a:stretch>
        </p:blipFill>
        <p:spPr>
          <a:xfrm>
            <a:off x="11378735" y="8274"/>
            <a:ext cx="799394" cy="769500"/>
          </a:xfrm>
          <a:prstGeom prst="rect">
            <a:avLst/>
          </a:prstGeom>
          <a:noFill/>
          <a:ln>
            <a:noFill/>
          </a:ln>
        </p:spPr>
      </p:pic>
      <p:pic>
        <p:nvPicPr>
          <p:cNvPr id="281" name="Google Shape;281;p9" descr="A picture containing drawing, food&#10;&#10;Description automatically generated"/>
          <p:cNvPicPr preferRelativeResize="0"/>
          <p:nvPr/>
        </p:nvPicPr>
        <p:blipFill rotWithShape="1">
          <a:blip r:embed="rId2"/>
          <a:srcRect/>
          <a:stretch>
            <a:fillRect/>
          </a:stretch>
        </p:blipFill>
        <p:spPr>
          <a:xfrm>
            <a:off x="34148" y="-2749"/>
            <a:ext cx="878075" cy="769500"/>
          </a:xfrm>
          <a:prstGeom prst="rect">
            <a:avLst/>
          </a:prstGeom>
          <a:noFill/>
          <a:ln>
            <a:noFill/>
          </a:ln>
        </p:spPr>
      </p:pic>
      <p:sp>
        <p:nvSpPr>
          <p:cNvPr id="2" name="Text Box 1"/>
          <p:cNvSpPr txBox="1"/>
          <p:nvPr/>
        </p:nvSpPr>
        <p:spPr>
          <a:xfrm>
            <a:off x="548640" y="1280160"/>
            <a:ext cx="11064240" cy="5394960"/>
          </a:xfrm>
          <a:prstGeom prst="rect">
            <a:avLst/>
          </a:prstGeom>
          <a:noFill/>
        </p:spPr>
        <p:txBody>
          <a:bodyPr wrap="square" rtlCol="0" anchor="t" lIns="91425" rIns="91425"/>
          <a:p>
            <a:pPr marL="0" indent="0" algn="l">
              <a:lnSpc>
                <a:spcPct val="100000"/>
              </a:lnSpc>
              <a:spcBef>
                <a:spcPts val="0"/>
              </a:spcBef>
              <a:spcAft>
                <a:spcPts val="1400"/>
              </a:spcAft>
              <a:buNone/>
            </a:pPr>
            <a:r>
              <a:rPr lang="en-IN" sz="18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Base paper:</a:t>
            </a:r>
            <a:r>
              <a:rPr lang="en-IN" sz="18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S. Ji, W. Wei, X. Liu and J. Wu, “Optimization Control of Attitude Stability for Hexapod Robots Based on Reinforcement Learning,” IEEE Access, vol. 12, 2024.</a:t>
            </a:r>
          </a:p>
          <a:p>
            <a:pPr marL="274320" indent="-274320" algn="l">
              <a:lnSpc>
                <a:spcPct val="100000"/>
              </a:lnSpc>
              <a:spcBef>
                <a:spcPts val="0"/>
              </a:spcBef>
              <a:spcAft>
                <a:spcPts val="11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Static stability:</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the robot is statically stable when the projection of its centre of mass (CoM) lies inside the support polygon formed by the feet on the ground.</a:t>
            </a:r>
          </a:p>
          <a:p>
            <a:pPr marL="274320" indent="-274320" algn="l">
              <a:lnSpc>
                <a:spcPct val="100000"/>
              </a:lnSpc>
              <a:spcBef>
                <a:spcPts val="0"/>
              </a:spcBef>
              <a:spcAft>
                <a:spcPts val="11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Stability margin (SSM):</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the shortest distance from the CoM projection to the polygon edges — a larger margin means safer walking on rough ground.</a:t>
            </a:r>
          </a:p>
          <a:p>
            <a:pPr marL="274320" indent="-274320" algn="l">
              <a:lnSpc>
                <a:spcPct val="100000"/>
              </a:lnSpc>
              <a:spcBef>
                <a:spcPts val="0"/>
              </a:spcBef>
              <a:spcAft>
                <a:spcPts val="11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Hierarchical RL control (RL-FI-RW):</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a policy network outputs only four gait parameters (X, Y, lift height H, rotation Ω); inverse kinematics and a trajectory controller drive the joints.</a:t>
            </a:r>
          </a:p>
          <a:p>
            <a:pPr marL="274320" indent="-274320" algn="l">
              <a:lnSpc>
                <a:spcPct val="100000"/>
              </a:lnSpc>
              <a:spcBef>
                <a:spcPts val="0"/>
              </a:spcBef>
              <a:spcAft>
                <a:spcPts val="11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Tilt-based gait switching:</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tripod gait normally, 4-legged gait above 20° body inclination and 5-legged gait at 25°.</a:t>
            </a:r>
          </a:p>
          <a:p>
            <a:pPr marL="274320" indent="-274320" algn="l">
              <a:lnSpc>
                <a:spcPct val="100000"/>
              </a:lnSpc>
              <a:spcBef>
                <a:spcPts val="0"/>
              </a:spcBef>
              <a:spcAft>
                <a:spcPts val="11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Results (simulation only):</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in PyBullet, with a 15 kg robot model, the method showed less body sway and longer travel than CPG-based methods on rough terrain.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4CABF"/>
        </a:solidFill>
        <a:effectLst/>
      </p:bgPr>
    </p:bg>
    <p:spTree>
      <p:nvGrpSpPr>
        <p:cNvPr id="285" name="Shape 285"/>
        <p:cNvGrpSpPr/>
        <p:nvPr/>
      </p:nvGrpSpPr>
      <p:grpSpPr>
        <a:xfrm>
          <a:off x="0" y="0"/>
          <a:ext cx="0" cy="0"/>
          <a:chOff x="0" y="0"/>
          <a:chExt cx="0" cy="0"/>
        </a:xfrm>
      </p:grpSpPr>
      <p:sp>
        <p:nvSpPr>
          <p:cNvPr id="286" name="Google Shape;286;g3f86c170c19_0_107"/>
          <p:cNvSpPr txBox="1"/>
          <p:nvPr/>
        </p:nvSpPr>
        <p:spPr>
          <a:xfrm>
            <a:off x="1097280" y="457200"/>
            <a:ext cx="9994392" cy="640080"/>
          </a:xfrm>
          <a:prstGeom prst="rect">
            <a:avLst/>
          </a:prstGeom>
          <a:noFill/>
          <a:ln>
            <a:noFill/>
          </a:ln>
        </p:spPr>
        <p:txBody>
          <a:bodyPr spcFirstLastPara="1" wrap="square" lIns="91425" tIns="45700" rIns="91425" bIns="45700" anchor="ctr" anchorCtr="0"/>
          <a:lstStyle/>
          <a:p>
            <a:pPr marL="0" indent="0" algn="ctr">
              <a:spcBef>
                <a:spcPts val="0"/>
              </a:spcBef>
              <a:spcAft>
                <a:spcPts val="0"/>
              </a:spcAft>
              <a:buNone/>
            </a:pPr>
            <a:r>
              <a:rPr lang="en-IN" sz="2800"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t>BASE PAPER — RELEVANCE TO OUR PROJECT</a:t>
            </a:r>
          </a:p>
        </p:txBody>
      </p:sp>
      <p:pic>
        <p:nvPicPr>
          <p:cNvPr id="287" name="Google Shape;287;g3f86c170c19_0_107" descr="A picture containing drawing&#10;&#10;Description automatically generated"/>
          <p:cNvPicPr preferRelativeResize="0"/>
          <p:nvPr/>
        </p:nvPicPr>
        <p:blipFill rotWithShape="1">
          <a:blip r:embed="rId1"/>
          <a:srcRect/>
          <a:stretch>
            <a:fillRect/>
          </a:stretch>
        </p:blipFill>
        <p:spPr>
          <a:xfrm>
            <a:off x="11378735" y="8274"/>
            <a:ext cx="799394" cy="769500"/>
          </a:xfrm>
          <a:prstGeom prst="rect">
            <a:avLst/>
          </a:prstGeom>
          <a:noFill/>
          <a:ln>
            <a:noFill/>
          </a:ln>
        </p:spPr>
      </p:pic>
      <p:pic>
        <p:nvPicPr>
          <p:cNvPr id="288" name="Google Shape;288;g3f86c170c19_0_107" descr="A picture containing drawing, food&#10;&#10;Description automatically generated"/>
          <p:cNvPicPr preferRelativeResize="0"/>
          <p:nvPr/>
        </p:nvPicPr>
        <p:blipFill rotWithShape="1">
          <a:blip r:embed="rId2"/>
          <a:srcRect/>
          <a:stretch>
            <a:fillRect/>
          </a:stretch>
        </p:blipFill>
        <p:spPr>
          <a:xfrm>
            <a:off x="34148" y="-2749"/>
            <a:ext cx="878075" cy="769500"/>
          </a:xfrm>
          <a:prstGeom prst="rect">
            <a:avLst/>
          </a:prstGeom>
          <a:noFill/>
          <a:ln>
            <a:noFill/>
          </a:ln>
        </p:spPr>
      </p:pic>
      <p:sp>
        <p:nvSpPr>
          <p:cNvPr id="2" name="Text Box 1"/>
          <p:cNvSpPr txBox="1"/>
          <p:nvPr/>
        </p:nvSpPr>
        <p:spPr>
          <a:xfrm>
            <a:off x="457200" y="1280160"/>
            <a:ext cx="6309360" cy="5394960"/>
          </a:xfrm>
          <a:prstGeom prst="rect">
            <a:avLst/>
          </a:prstGeom>
          <a:noFill/>
        </p:spPr>
        <p:txBody>
          <a:bodyPr wrap="square" rtlCol="0" anchor="t" lIns="91425" rIns="91425"/>
          <a:p>
            <a:pPr marL="0" indent="0" algn="l">
              <a:lnSpc>
                <a:spcPct val="100000"/>
              </a:lnSpc>
              <a:spcBef>
                <a:spcPts val="0"/>
              </a:spcBef>
              <a:spcAft>
                <a:spcPts val="600"/>
              </a:spcAft>
              <a:buNone/>
            </a:pPr>
            <a:r>
              <a:rPr lang="en-IN" sz="1800" b="1" i="0" dirty="0">
                <a:solidFill>
                  <a:srgbClr val="002F4A"/>
                </a:solidFill>
                <a:latin typeface="Times New Roman" panose="02020603050405020304"/>
                <a:ea typeface="Times New Roman" panose="02020603050405020304"/>
                <a:cs typeface="Times New Roman" panose="02020603050405020304"/>
                <a:sym typeface="Times New Roman" panose="02020603050405020304"/>
              </a:rPr>
              <a:t xml:space="preserve">What we use from the paper</a:t>
            </a:r>
          </a:p>
          <a:p>
            <a:pPr marL="274320" indent="-274320" algn="l">
              <a:lnSpc>
                <a:spcPct val="100000"/>
              </a:lnSpc>
              <a:spcBef>
                <a:spcPts val="0"/>
              </a:spcBef>
              <a:spcAft>
                <a:spcPts val="800"/>
              </a:spcAft>
              <a:buClr>
                <a:srgbClr val="002F4A"/>
              </a:buClr>
              <a:buSzPct val="100000"/>
              <a:buFont typeface="Arial"/>
              <a:buChar char="•"/>
            </a:pPr>
            <a:r>
              <a:rPr lang="en-IN" sz="18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Support polygon and stability margin → tripod gait, and a low, central centre of mass (battery and converters under the body plate).</a:t>
            </a:r>
          </a:p>
          <a:p>
            <a:pPr marL="274320" indent="-274320" algn="l">
              <a:lnSpc>
                <a:spcPct val="100000"/>
              </a:lnSpc>
              <a:spcBef>
                <a:spcPts val="0"/>
              </a:spcBef>
              <a:spcAft>
                <a:spcPts val="800"/>
              </a:spcAft>
              <a:buClr>
                <a:srgbClr val="002F4A"/>
              </a:buClr>
              <a:buSzPct val="100000"/>
              <a:buFont typeface="Arial"/>
              <a:buChar char="•"/>
            </a:pPr>
            <a:r>
              <a:rPr lang="en-IN" sz="18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Body-inclination feedback → MPU6050 IMU in our design.</a:t>
            </a:r>
          </a:p>
          <a:p>
            <a:pPr marL="274320" indent="-274320" algn="l">
              <a:lnSpc>
                <a:spcPct val="100000"/>
              </a:lnSpc>
              <a:spcBef>
                <a:spcPts val="0"/>
              </a:spcBef>
              <a:spcAft>
                <a:spcPts val="800"/>
              </a:spcAft>
              <a:buClr>
                <a:srgbClr val="002F4A"/>
              </a:buClr>
              <a:buSzPct val="100000"/>
              <a:buFont typeface="Arial"/>
              <a:buChar char="•"/>
            </a:pPr>
            <a:r>
              <a:rPr lang="en-IN" sz="18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More legs on the ground for rough terrain → planned 4-legs-down gait.</a:t>
            </a:r>
          </a:p>
          <a:p>
            <a:pPr marL="274320" indent="-274320" algn="l">
              <a:lnSpc>
                <a:spcPct val="100000"/>
              </a:lnSpc>
              <a:spcBef>
                <a:spcPts val="0"/>
              </a:spcBef>
              <a:spcAft>
                <a:spcPts val="800"/>
              </a:spcAft>
              <a:buClr>
                <a:srgbClr val="002F4A"/>
              </a:buClr>
              <a:buSzPct val="100000"/>
              <a:buFont typeface="Arial"/>
              <a:buChar char="•"/>
            </a:pPr>
            <a:r>
              <a:rPr lang="en-IN" sz="18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Smooth swing trajectories instead of abrupt joint moves.</a:t>
            </a:r>
          </a:p>
          <a:p>
            <a:pPr marL="0" indent="0" algn="l">
              <a:lnSpc>
                <a:spcPct val="100000"/>
              </a:lnSpc>
              <a:spcBef>
                <a:spcPts val="0"/>
              </a:spcBef>
              <a:spcAft>
                <a:spcPts val="600"/>
              </a:spcAft>
              <a:buNone/>
            </a:pPr>
            <a:r>
              <a:rPr lang="en-IN" sz="1800" b="1" i="0" dirty="0">
                <a:solidFill>
                  <a:srgbClr val="002F4A"/>
                </a:solidFill>
                <a:latin typeface="Times New Roman" panose="02020603050405020304"/>
                <a:ea typeface="Times New Roman" panose="02020603050405020304"/>
                <a:cs typeface="Times New Roman" panose="02020603050405020304"/>
                <a:sym typeface="Times New Roman" panose="02020603050405020304"/>
              </a:rPr>
              <a:t xml:space="preserve">What we do not use</a:t>
            </a:r>
          </a:p>
          <a:p>
            <a:pPr marL="274320" indent="-274320" algn="l">
              <a:lnSpc>
                <a:spcPct val="100000"/>
              </a:lnSpc>
              <a:spcBef>
                <a:spcPts val="0"/>
              </a:spcBef>
              <a:spcAft>
                <a:spcPts val="800"/>
              </a:spcAft>
              <a:buClr>
                <a:srgbClr val="002F4A"/>
              </a:buClr>
              <a:buSzPct val="100000"/>
              <a:buFont typeface="Arial"/>
              <a:buChar char="•"/>
            </a:pPr>
            <a:r>
              <a:rPr lang="en-IN" sz="18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The reinforcement-learning controller — it needs GPU training and cannot run on an Arduino Uno (2 KB RAM).</a:t>
            </a:r>
          </a:p>
          <a:p>
            <a:pPr marL="274320" indent="-274320" algn="l">
              <a:lnSpc>
                <a:spcPct val="100000"/>
              </a:lnSpc>
              <a:spcBef>
                <a:spcPts val="0"/>
              </a:spcBef>
              <a:spcAft>
                <a:spcPts val="800"/>
              </a:spcAft>
              <a:buClr>
                <a:srgbClr val="002F4A"/>
              </a:buClr>
              <a:buSzPct val="100000"/>
              <a:buFont typeface="Arial"/>
              <a:buChar char="•"/>
            </a:pPr>
            <a:r>
              <a:rPr lang="en-IN" sz="18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Research gap addressed: applying the stability concepts to a low-cost, microcontroller-based physical robot.</a:t>
            </a:r>
          </a:p>
        </p:txBody>
      </p:sp>
      <p:pic>
        <p:nvPicPr>
          <p:cNvPr id="289" name="Picture 288" descr="fig_support_polygon.png"/>
          <p:cNvPicPr>
            <a:picLocks noChangeAspect="1"/>
          </p:cNvPicPr>
          <p:nvPr/>
        </p:nvPicPr>
        <p:blipFill>
          <a:blip r:embed="rId5"/>
          <a:stretch>
            <a:fillRect/>
          </a:stretch>
        </p:blipFill>
        <p:spPr>
          <a:xfrm>
            <a:off x="6903720" y="1920240"/>
            <a:ext cx="4892040" cy="2288699"/>
          </a:xfrm>
          <a:prstGeom prst="rect">
            <a:avLst/>
          </a:prstGeom>
          <a:ln w="9525">
            <a:solidFill>
              <a:srgbClr val="002F4A"/>
            </a:solidFill>
          </a:ln>
        </p:spPr>
      </p:pic>
      <p:sp>
        <p:nvSpPr>
          <p:cNvPr id="290" name="TextBox 289"/>
          <p:cNvSpPr txBox="1"/>
          <p:nvPr/>
        </p:nvSpPr>
        <p:spPr>
          <a:xfrm>
            <a:off x="6903720" y="4254658"/>
            <a:ext cx="4892040" cy="320040"/>
          </a:xfrm>
          <a:prstGeom prst="rect">
            <a:avLst/>
          </a:prstGeom>
          <a:noFill/>
        </p:spPr>
        <p:txBody>
          <a:bodyPr wrap="square" anchor="t" lIns="91425" rIns="91425"/>
          <a:lstStyle/>
          <a:p>
            <a:pPr marL="0" indent="0" algn="ctr">
              <a:lnSpc>
                <a:spcPct val="100000"/>
              </a:lnSpc>
              <a:spcBef>
                <a:spcPts val="0"/>
              </a:spcBef>
              <a:spcAft>
                <a:spcPts val="0"/>
              </a:spcAft>
              <a:buNone/>
            </a:pPr>
            <a:r>
              <a:rPr lang="en-IN" sz="1200" b="0" i="1"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Support polygon and stability margin during a tripod gait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4CABF"/>
        </a:solidFill>
        <a:effectLst/>
      </p:bgPr>
    </p:bg>
    <p:spTree>
      <p:nvGrpSpPr>
        <p:cNvPr id="263" name="Shape 263"/>
        <p:cNvGrpSpPr/>
        <p:nvPr/>
      </p:nvGrpSpPr>
      <p:grpSpPr>
        <a:xfrm>
          <a:off x="0" y="0"/>
          <a:ext cx="0" cy="0"/>
          <a:chOff x="0" y="0"/>
          <a:chExt cx="0" cy="0"/>
        </a:xfrm>
      </p:grpSpPr>
      <p:sp>
        <p:nvSpPr>
          <p:cNvPr id="264" name="Google Shape;264;g3f86c170c19_0_102"/>
          <p:cNvSpPr txBox="1"/>
          <p:nvPr/>
        </p:nvSpPr>
        <p:spPr>
          <a:xfrm>
            <a:off x="548640" y="1280160"/>
            <a:ext cx="11064240" cy="5394960"/>
          </a:xfrm>
          <a:prstGeom prst="rect">
            <a:avLst/>
          </a:prstGeom>
          <a:noFill/>
          <a:ln>
            <a:noFill/>
          </a:ln>
        </p:spPr>
        <p:txBody>
          <a:bodyPr spcFirstLastPara="1" wrap="square" lIns="91425" tIns="45700" rIns="91425" bIns="45700" anchor="t" anchorCtr="0"/>
          <a:lstStyle/>
          <a:p>
            <a:pPr marL="274320" indent="-274320" algn="l">
              <a:lnSpc>
                <a:spcPct val="100000"/>
              </a:lnSpc>
              <a:spcBef>
                <a:spcPts val="0"/>
              </a:spcBef>
              <a:spcAft>
                <a:spcPts val="12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Phase 1 — Architecture &amp; PCB design:</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multi-rail power distribution finalised; custom PCB shield designed in KiCad.  </a:t>
            </a:r>
            <a:r>
              <a:rPr lang="en-IN" sz="2000" b="0" i="1"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(Completed)</a:t>
            </a:r>
          </a:p>
          <a:p>
            <a:pPr marL="274320" indent="-274320" algn="l">
              <a:lnSpc>
                <a:spcPct val="100000"/>
              </a:lnSpc>
              <a:spcBef>
                <a:spcPts val="0"/>
              </a:spcBef>
              <a:spcAft>
                <a:spcPts val="12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Phase 2 — Mechanical fabrication:</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3D printing of the legs, body plate, electronics box and camera mount.  </a:t>
            </a:r>
            <a:r>
              <a:rPr lang="en-IN" sz="2000" b="0" i="1"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(Next)</a:t>
            </a:r>
          </a:p>
          <a:p>
            <a:pPr marL="274320" indent="-274320" algn="l">
              <a:lnSpc>
                <a:spcPct val="100000"/>
              </a:lnSpc>
              <a:spcBef>
                <a:spcPts val="0"/>
              </a:spcBef>
              <a:spcAft>
                <a:spcPts val="12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Phase 3 — Assembly &amp; integration:</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PCB soldering; servos, sensors and ESP32-CAM integrated step by step.  </a:t>
            </a:r>
            <a:r>
              <a:rPr lang="en-IN" sz="2000" b="0" i="1"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(Planned)</a:t>
            </a:r>
          </a:p>
          <a:p>
            <a:pPr marL="274320" indent="-274320" algn="l">
              <a:lnSpc>
                <a:spcPct val="100000"/>
              </a:lnSpc>
              <a:spcBef>
                <a:spcPts val="0"/>
              </a:spcBef>
              <a:spcAft>
                <a:spcPts val="12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Phase 4 — Kinematics &amp; gait:</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inverse kinematics for 18 joints on the Arduino Uno; tripod gait based on the static stability margin.  </a:t>
            </a:r>
            <a:r>
              <a:rPr lang="en-IN" sz="2000" b="0" i="1"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(Planned)</a:t>
            </a:r>
          </a:p>
          <a:p>
            <a:pPr marL="274320" indent="-274320" algn="l">
              <a:lnSpc>
                <a:spcPct val="100000"/>
              </a:lnSpc>
              <a:spcBef>
                <a:spcPts val="0"/>
              </a:spcBef>
              <a:spcAft>
                <a:spcPts val="12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Phase 5 — Command loop:</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web page → ESP32-CAM serial link → Arduino gait engine → PCA9685 (I²C) → MG996R servos.  </a:t>
            </a:r>
            <a:r>
              <a:rPr lang="en-IN" sz="2000" b="0" i="1"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(Planned)</a:t>
            </a:r>
          </a:p>
          <a:p>
            <a:pPr marL="274320" indent="-274320" algn="l">
              <a:lnSpc>
                <a:spcPct val="100000"/>
              </a:lnSpc>
              <a:spcBef>
                <a:spcPts val="0"/>
              </a:spcBef>
              <a:spcAft>
                <a:spcPts val="12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Phase 6 — Safety &amp; testing:</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stop forward motion if an obstacle is within 30 cm; tilt and low-battery checks; calibration and testing.  </a:t>
            </a:r>
            <a:r>
              <a:rPr lang="en-IN" sz="2000" b="0" i="1"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(Planned)</a:t>
            </a:r>
          </a:p>
        </p:txBody>
      </p:sp>
      <p:sp>
        <p:nvSpPr>
          <p:cNvPr id="265" name="Google Shape;265;g3f86c170c19_0_102"/>
          <p:cNvSpPr txBox="1"/>
          <p:nvPr/>
        </p:nvSpPr>
        <p:spPr>
          <a:xfrm>
            <a:off x="1097280" y="457200"/>
            <a:ext cx="9994392" cy="640080"/>
          </a:xfrm>
          <a:prstGeom prst="rect">
            <a:avLst/>
          </a:prstGeom>
          <a:noFill/>
          <a:ln>
            <a:noFill/>
          </a:ln>
        </p:spPr>
        <p:txBody>
          <a:bodyPr spcFirstLastPara="1" wrap="square" lIns="91425" tIns="45700" rIns="91425" bIns="45700" anchor="ctr" anchorCtr="0"/>
          <a:lstStyle/>
          <a:p>
            <a:pPr marL="0" indent="0" algn="ctr">
              <a:spcBef>
                <a:spcPts val="0"/>
              </a:spcBef>
              <a:spcAft>
                <a:spcPts val="0"/>
              </a:spcAft>
              <a:buNone/>
            </a:pPr>
            <a:r>
              <a:rPr lang="en-IN" sz="2800"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t>METHODOLOGY</a:t>
            </a:r>
          </a:p>
        </p:txBody>
      </p:sp>
      <p:pic>
        <p:nvPicPr>
          <p:cNvPr id="266" name="Google Shape;266;g3f86c170c19_0_102" descr="A picture containing drawing&#10;&#10;Description automatically generated"/>
          <p:cNvPicPr preferRelativeResize="0"/>
          <p:nvPr/>
        </p:nvPicPr>
        <p:blipFill rotWithShape="1">
          <a:blip r:embed="rId1"/>
          <a:srcRect/>
          <a:stretch>
            <a:fillRect/>
          </a:stretch>
        </p:blipFill>
        <p:spPr>
          <a:xfrm>
            <a:off x="11378735" y="8274"/>
            <a:ext cx="799394" cy="769500"/>
          </a:xfrm>
          <a:prstGeom prst="rect">
            <a:avLst/>
          </a:prstGeom>
          <a:noFill/>
          <a:ln>
            <a:noFill/>
          </a:ln>
        </p:spPr>
      </p:pic>
      <p:pic>
        <p:nvPicPr>
          <p:cNvPr id="267" name="Google Shape;267;g3f86c170c19_0_102" descr="A picture containing drawing, food&#10;&#10;Description automatically generated"/>
          <p:cNvPicPr preferRelativeResize="0"/>
          <p:nvPr/>
        </p:nvPicPr>
        <p:blipFill rotWithShape="1">
          <a:blip r:embed="rId2"/>
          <a:srcRect/>
          <a:stretch>
            <a:fillRect/>
          </a:stretch>
        </p:blipFill>
        <p:spPr>
          <a:xfrm>
            <a:off x="34148" y="-2749"/>
            <a:ext cx="878075" cy="769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4CABF"/>
        </a:solidFill>
        <a:effectLst/>
      </p:bgPr>
    </p:bg>
    <p:spTree>
      <p:nvGrpSpPr>
        <p:cNvPr id="263" name="Shape 263"/>
        <p:cNvGrpSpPr/>
        <p:nvPr/>
      </p:nvGrpSpPr>
      <p:grpSpPr>
        <a:xfrm>
          <a:off x="0" y="0"/>
          <a:ext cx="0" cy="0"/>
          <a:chOff x="0" y="0"/>
          <a:chExt cx="0" cy="0"/>
        </a:xfrm>
      </p:grpSpPr>
      <p:sp>
        <p:nvSpPr>
          <p:cNvPr id="264" name="Google Shape;264;g3f86c170c19_0_102"/>
          <p:cNvSpPr txBox="1"/>
          <p:nvPr/>
        </p:nvSpPr>
        <p:spPr>
          <a:xfrm>
            <a:off x="6720840" y="1417320"/>
            <a:ext cx="4983480" cy="5120640"/>
          </a:xfrm>
          <a:prstGeom prst="rect">
            <a:avLst/>
          </a:prstGeom>
          <a:noFill/>
          <a:ln>
            <a:noFill/>
          </a:ln>
        </p:spPr>
        <p:txBody>
          <a:bodyPr spcFirstLastPara="1" wrap="square" lIns="91425" tIns="45700" rIns="91425" bIns="45700" anchor="t" anchorCtr="0"/>
          <a:lstStyle/>
          <a:p>
            <a:pPr marL="274320" indent="-274320" algn="l">
              <a:lnSpc>
                <a:spcPct val="100000"/>
              </a:lnSpc>
              <a:spcBef>
                <a:spcPts val="0"/>
              </a:spcBef>
              <a:spcAft>
                <a:spcPts val="1200"/>
              </a:spcAft>
              <a:buClr>
                <a:srgbClr val="002F4A"/>
              </a:buClr>
              <a:buSzPct val="100000"/>
              <a:buFont typeface="Arial"/>
              <a:buChar char="•"/>
            </a:pPr>
            <a:r>
              <a:rPr lang="en-IN" sz="18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Arduino Uno R3</a:t>
            </a:r>
            <a:r>
              <a:rPr lang="en-IN" sz="18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is the only controller: gait, sensor reading and joint commands.</a:t>
            </a:r>
          </a:p>
          <a:p>
            <a:pPr marL="274320" indent="-274320" algn="l">
              <a:lnSpc>
                <a:spcPct val="100000"/>
              </a:lnSpc>
              <a:spcBef>
                <a:spcPts val="0"/>
              </a:spcBef>
              <a:spcAft>
                <a:spcPts val="1200"/>
              </a:spcAft>
              <a:buClr>
                <a:srgbClr val="002F4A"/>
              </a:buClr>
              <a:buSzPct val="100000"/>
              <a:buFont typeface="Arial"/>
              <a:buChar char="•"/>
            </a:pPr>
            <a:r>
              <a:rPr lang="en-IN" sz="18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ESP32-CAM</a:t>
            </a:r>
            <a:r>
              <a:rPr lang="en-IN" sz="18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is a camera peripheral: video goes to the phone over Wi-Fi; single-character commands reach the Uno over a serial link.</a:t>
            </a:r>
          </a:p>
          <a:p>
            <a:pPr marL="274320" indent="-274320" algn="l">
              <a:lnSpc>
                <a:spcPct val="100000"/>
              </a:lnSpc>
              <a:spcBef>
                <a:spcPts val="0"/>
              </a:spcBef>
              <a:spcAft>
                <a:spcPts val="1200"/>
              </a:spcAft>
              <a:buClr>
                <a:srgbClr val="002F4A"/>
              </a:buClr>
              <a:buSzPct val="100000"/>
              <a:buFont typeface="Arial"/>
              <a:buChar char="•"/>
            </a:pPr>
            <a:r>
              <a:rPr lang="en-IN" sz="18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Power:</a:t>
            </a:r>
            <a:r>
              <a:rPr lang="en-IN" sz="18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3S LiPo → 20 A fuse → switch → four buck converters.</a:t>
            </a:r>
          </a:p>
          <a:p>
            <a:pPr marL="274320" indent="-274320" algn="l">
              <a:lnSpc>
                <a:spcPct val="100000"/>
              </a:lnSpc>
              <a:spcBef>
                <a:spcPts val="0"/>
              </a:spcBef>
              <a:spcAft>
                <a:spcPts val="1200"/>
              </a:spcAft>
              <a:buClr>
                <a:srgbClr val="002F4A"/>
              </a:buClr>
              <a:buSzPct val="100000"/>
              <a:buFont typeface="Arial"/>
              <a:buChar char="•"/>
            </a:pPr>
            <a:r>
              <a:rPr lang="en-IN" sz="18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Rails:</a:t>
            </a:r>
            <a:r>
              <a:rPr lang="en-IN" sz="18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two 6 V servo rails (XL4016), a 5 V logic rail and a separate 5 V camera rail (LM2596).</a:t>
            </a:r>
          </a:p>
          <a:p>
            <a:pPr marL="274320" indent="-274320" algn="l">
              <a:lnSpc>
                <a:spcPct val="100000"/>
              </a:lnSpc>
              <a:spcBef>
                <a:spcPts val="0"/>
              </a:spcBef>
              <a:spcAft>
                <a:spcPts val="1200"/>
              </a:spcAft>
              <a:buClr>
                <a:srgbClr val="002F4A"/>
              </a:buClr>
              <a:buSzPct val="100000"/>
              <a:buFont typeface="Arial"/>
              <a:buChar char="•"/>
            </a:pPr>
            <a:r>
              <a:rPr lang="en-IN" sz="18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One custom PCB shield</a:t>
            </a:r>
            <a:r>
              <a:rPr lang="en-IN" sz="18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carries all power zones, driver modules and connectors, with a single star-ground point.</a:t>
            </a:r>
          </a:p>
        </p:txBody>
      </p:sp>
      <p:sp>
        <p:nvSpPr>
          <p:cNvPr id="265" name="Google Shape;265;g3f86c170c19_0_102"/>
          <p:cNvSpPr txBox="1"/>
          <p:nvPr/>
        </p:nvSpPr>
        <p:spPr>
          <a:xfrm>
            <a:off x="1097280" y="457200"/>
            <a:ext cx="9994392" cy="640080"/>
          </a:xfrm>
          <a:prstGeom prst="rect">
            <a:avLst/>
          </a:prstGeom>
          <a:noFill/>
          <a:ln>
            <a:noFill/>
          </a:ln>
        </p:spPr>
        <p:txBody>
          <a:bodyPr spcFirstLastPara="1" wrap="square" lIns="91425" tIns="45700" rIns="91425" bIns="45700" anchor="ctr" anchorCtr="0"/>
          <a:lstStyle/>
          <a:p>
            <a:pPr marL="0" indent="0" algn="ctr">
              <a:spcBef>
                <a:spcPts val="0"/>
              </a:spcBef>
              <a:spcAft>
                <a:spcPts val="0"/>
              </a:spcAft>
              <a:buNone/>
            </a:pPr>
            <a:r>
              <a:rPr lang="en-IN" sz="2800"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t>SYSTEM ARCHITECTURE</a:t>
            </a:r>
          </a:p>
        </p:txBody>
      </p:sp>
      <p:pic>
        <p:nvPicPr>
          <p:cNvPr id="266" name="Google Shape;266;g3f86c170c19_0_102" descr="A picture containing drawing&#10;&#10;Description automatically generated"/>
          <p:cNvPicPr preferRelativeResize="0"/>
          <p:nvPr/>
        </p:nvPicPr>
        <p:blipFill rotWithShape="1">
          <a:blip r:embed="rId1"/>
          <a:srcRect/>
          <a:stretch>
            <a:fillRect/>
          </a:stretch>
        </p:blipFill>
        <p:spPr>
          <a:xfrm>
            <a:off x="11378735" y="8274"/>
            <a:ext cx="799394" cy="769500"/>
          </a:xfrm>
          <a:prstGeom prst="rect">
            <a:avLst/>
          </a:prstGeom>
          <a:noFill/>
          <a:ln>
            <a:noFill/>
          </a:ln>
        </p:spPr>
      </p:pic>
      <p:pic>
        <p:nvPicPr>
          <p:cNvPr id="267" name="Google Shape;267;g3f86c170c19_0_102" descr="A picture containing drawing, food&#10;&#10;Description automatically generated"/>
          <p:cNvPicPr preferRelativeResize="0"/>
          <p:nvPr/>
        </p:nvPicPr>
        <p:blipFill rotWithShape="1">
          <a:blip r:embed="rId2"/>
          <a:srcRect/>
          <a:stretch>
            <a:fillRect/>
          </a:stretch>
        </p:blipFill>
        <p:spPr>
          <a:xfrm>
            <a:off x="34148" y="-2749"/>
            <a:ext cx="878075" cy="769500"/>
          </a:xfrm>
          <a:prstGeom prst="rect">
            <a:avLst/>
          </a:prstGeom>
          <a:noFill/>
          <a:ln>
            <a:noFill/>
          </a:ln>
        </p:spPr>
      </p:pic>
      <p:pic>
        <p:nvPicPr>
          <p:cNvPr id="268" name="Picture 267" descr="fig_block_diagram.png"/>
          <p:cNvPicPr>
            <a:picLocks noChangeAspect="1"/>
          </p:cNvPicPr>
          <p:nvPr/>
        </p:nvPicPr>
        <p:blipFill>
          <a:blip r:embed="rId4"/>
          <a:stretch>
            <a:fillRect/>
          </a:stretch>
        </p:blipFill>
        <p:spPr>
          <a:xfrm>
            <a:off x="502920" y="1234440"/>
            <a:ext cx="5816252" cy="5074920"/>
          </a:xfrm>
          <a:prstGeom prst="rect">
            <a:avLst/>
          </a:prstGeom>
          <a:ln w="9525">
            <a:solidFill>
              <a:srgbClr val="002F4A"/>
            </a:solidFill>
          </a:ln>
        </p:spPr>
      </p:pic>
      <p:sp>
        <p:nvSpPr>
          <p:cNvPr id="269" name="TextBox 268"/>
          <p:cNvSpPr txBox="1"/>
          <p:nvPr/>
        </p:nvSpPr>
        <p:spPr>
          <a:xfrm>
            <a:off x="502920" y="6355080"/>
            <a:ext cx="5816252" cy="320040"/>
          </a:xfrm>
          <a:prstGeom prst="rect">
            <a:avLst/>
          </a:prstGeom>
          <a:noFill/>
        </p:spPr>
        <p:txBody>
          <a:bodyPr wrap="square" anchor="t" lIns="91425" rIns="91425"/>
          <a:lstStyle/>
          <a:p>
            <a:pPr marL="0" indent="0" algn="ctr">
              <a:lnSpc>
                <a:spcPct val="100000"/>
              </a:lnSpc>
              <a:spcBef>
                <a:spcPts val="0"/>
              </a:spcBef>
              <a:spcAft>
                <a:spcPts val="0"/>
              </a:spcAft>
              <a:buNone/>
            </a:pPr>
            <a:r>
              <a:rPr lang="en-IN" sz="1200" b="0" i="1"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Planned system architecture of the hexapod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4CABF"/>
        </a:solidFill>
        <a:effectLst/>
      </p:bgPr>
    </p:bg>
    <p:spTree>
      <p:nvGrpSpPr>
        <p:cNvPr id="271" name="Shape 271"/>
        <p:cNvGrpSpPr/>
        <p:nvPr/>
      </p:nvGrpSpPr>
      <p:grpSpPr>
        <a:xfrm>
          <a:off x="0" y="0"/>
          <a:ext cx="0" cy="0"/>
          <a:chOff x="0" y="0"/>
          <a:chExt cx="0" cy="0"/>
        </a:xfrm>
      </p:grpSpPr>
      <p:sp>
        <p:nvSpPr>
          <p:cNvPr id="272" name="Google Shape;272;p8"/>
          <p:cNvSpPr txBox="1"/>
          <p:nvPr/>
        </p:nvSpPr>
        <p:spPr>
          <a:xfrm>
            <a:off x="1097280" y="457200"/>
            <a:ext cx="9994392" cy="640080"/>
          </a:xfrm>
          <a:prstGeom prst="rect">
            <a:avLst/>
          </a:prstGeom>
          <a:noFill/>
          <a:ln>
            <a:noFill/>
          </a:ln>
        </p:spPr>
        <p:txBody>
          <a:bodyPr spcFirstLastPara="1" wrap="square" lIns="91425" tIns="45700" rIns="91425" bIns="45700" anchor="ctr" anchorCtr="0"/>
          <a:lstStyle/>
          <a:p>
            <a:pPr marL="0" indent="0" algn="ctr">
              <a:spcBef>
                <a:spcPts val="0"/>
              </a:spcBef>
              <a:spcAft>
                <a:spcPts val="0"/>
              </a:spcAft>
              <a:buNone/>
            </a:pPr>
            <a:r>
              <a:rPr lang="en-IN" sz="2800"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t>HARDWARE COMPONENTS &amp; TOOLS USED</a:t>
            </a:r>
          </a:p>
        </p:txBody>
      </p:sp>
      <p:pic>
        <p:nvPicPr>
          <p:cNvPr id="273" name="Google Shape;273;p8" descr="A picture containing drawing&#10;&#10;Description automatically generated"/>
          <p:cNvPicPr preferRelativeResize="0"/>
          <p:nvPr/>
        </p:nvPicPr>
        <p:blipFill rotWithShape="1">
          <a:blip r:embed="rId1"/>
          <a:srcRect/>
          <a:stretch>
            <a:fillRect/>
          </a:stretch>
        </p:blipFill>
        <p:spPr>
          <a:xfrm>
            <a:off x="11378735" y="8274"/>
            <a:ext cx="799394" cy="769500"/>
          </a:xfrm>
          <a:prstGeom prst="rect">
            <a:avLst/>
          </a:prstGeom>
          <a:noFill/>
          <a:ln>
            <a:noFill/>
          </a:ln>
        </p:spPr>
      </p:pic>
      <p:pic>
        <p:nvPicPr>
          <p:cNvPr id="274" name="Google Shape;274;p8" descr="A picture containing drawing, food&#10;&#10;Description automatically generated"/>
          <p:cNvPicPr preferRelativeResize="0"/>
          <p:nvPr/>
        </p:nvPicPr>
        <p:blipFill rotWithShape="1">
          <a:blip r:embed="rId2"/>
          <a:srcRect/>
          <a:stretch>
            <a:fillRect/>
          </a:stretch>
        </p:blipFill>
        <p:spPr>
          <a:xfrm>
            <a:off x="34148" y="-2749"/>
            <a:ext cx="878075" cy="769500"/>
          </a:xfrm>
          <a:prstGeom prst="rect">
            <a:avLst/>
          </a:prstGeom>
          <a:noFill/>
          <a:ln>
            <a:noFill/>
          </a:ln>
        </p:spPr>
      </p:pic>
      <p:sp>
        <p:nvSpPr>
          <p:cNvPr id="2" name="Text Box 1"/>
          <p:cNvSpPr txBox="1"/>
          <p:nvPr/>
        </p:nvSpPr>
        <p:spPr>
          <a:xfrm>
            <a:off x="457200" y="1280160"/>
            <a:ext cx="6309360" cy="5394960"/>
          </a:xfrm>
          <a:prstGeom prst="rect">
            <a:avLst/>
          </a:prstGeom>
          <a:noFill/>
        </p:spPr>
        <p:txBody>
          <a:bodyPr wrap="square" rtlCol="0" anchor="t" lIns="91425" rIns="91425"/>
          <a:p>
            <a:pPr marL="274320" indent="-274320" algn="l">
              <a:lnSpc>
                <a:spcPct val="100000"/>
              </a:lnSpc>
              <a:spcBef>
                <a:spcPts val="0"/>
              </a:spcBef>
              <a:spcAft>
                <a:spcPts val="1100"/>
              </a:spcAft>
              <a:buClr>
                <a:srgbClr val="002F4A"/>
              </a:buClr>
              <a:buSzPct val="100000"/>
              <a:buFont typeface="Arial"/>
              <a:buChar char="•"/>
            </a:pPr>
            <a:r>
              <a:rPr lang="en-IN" sz="18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Controller &amp; camera:</a:t>
            </a:r>
            <a:r>
              <a:rPr lang="en-IN" sz="18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Arduino Uno R3; ESP32-CAM (OV2640).</a:t>
            </a:r>
          </a:p>
          <a:p>
            <a:pPr marL="274320" indent="-274320" algn="l">
              <a:lnSpc>
                <a:spcPct val="100000"/>
              </a:lnSpc>
              <a:spcBef>
                <a:spcPts val="0"/>
              </a:spcBef>
              <a:spcAft>
                <a:spcPts val="1100"/>
              </a:spcAft>
              <a:buClr>
                <a:srgbClr val="002F4A"/>
              </a:buClr>
              <a:buSzPct val="100000"/>
              <a:buFont typeface="Arial"/>
              <a:buChar char="•"/>
            </a:pPr>
            <a:r>
              <a:rPr lang="en-IN" sz="18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Actuation:</a:t>
            </a:r>
            <a:r>
              <a:rPr lang="en-IN" sz="18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18 × MG996R (legs), 2 × SG90 (camera pan/tilt), 2 × PCA9685 PWM drivers.</a:t>
            </a:r>
          </a:p>
          <a:p>
            <a:pPr marL="274320" indent="-274320" algn="l">
              <a:lnSpc>
                <a:spcPct val="100000"/>
              </a:lnSpc>
              <a:spcBef>
                <a:spcPts val="0"/>
              </a:spcBef>
              <a:spcAft>
                <a:spcPts val="1100"/>
              </a:spcAft>
              <a:buClr>
                <a:srgbClr val="002F4A"/>
              </a:buClr>
              <a:buSzPct val="100000"/>
              <a:buFont typeface="Arial"/>
              <a:buChar char="•"/>
            </a:pPr>
            <a:r>
              <a:rPr lang="en-IN" sz="18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Sensing:</a:t>
            </a:r>
            <a:r>
              <a:rPr lang="en-IN" sz="18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3 × HC-SR04 ultrasonic sensors, MPU6050 IMU.</a:t>
            </a:r>
          </a:p>
          <a:p>
            <a:pPr marL="274320" indent="-274320" algn="l">
              <a:lnSpc>
                <a:spcPct val="100000"/>
              </a:lnSpc>
              <a:spcBef>
                <a:spcPts val="0"/>
              </a:spcBef>
              <a:spcAft>
                <a:spcPts val="1100"/>
              </a:spcAft>
              <a:buClr>
                <a:srgbClr val="002F4A"/>
              </a:buClr>
              <a:buSzPct val="100000"/>
              <a:buFont typeface="Arial"/>
              <a:buChar char="•"/>
            </a:pPr>
            <a:r>
              <a:rPr lang="en-IN" sz="18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Power:</a:t>
            </a:r>
            <a:r>
              <a:rPr lang="en-IN" sz="18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3S LiPo 2200 mAh (two packs), 2 × XL4016 (6 V), 2 × LM2596 (5 V), 20 A fuse and switch.</a:t>
            </a:r>
          </a:p>
          <a:p>
            <a:pPr marL="274320" indent="-274320" algn="l">
              <a:lnSpc>
                <a:spcPct val="100000"/>
              </a:lnSpc>
              <a:spcBef>
                <a:spcPts val="0"/>
              </a:spcBef>
              <a:spcAft>
                <a:spcPts val="1100"/>
              </a:spcAft>
              <a:buClr>
                <a:srgbClr val="002F4A"/>
              </a:buClr>
              <a:buSzPct val="100000"/>
              <a:buFont typeface="Arial"/>
              <a:buChar char="•"/>
            </a:pPr>
            <a:r>
              <a:rPr lang="en-IN" sz="18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Software:</a:t>
            </a:r>
            <a:r>
              <a:rPr lang="en-IN" sz="18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KiCad, Arduino IDE, VS Code, Git/GitHub.</a:t>
            </a:r>
          </a:p>
          <a:p>
            <a:pPr marL="274320" indent="-274320" algn="l">
              <a:lnSpc>
                <a:spcPct val="100000"/>
              </a:lnSpc>
              <a:spcBef>
                <a:spcPts val="0"/>
              </a:spcBef>
              <a:spcAft>
                <a:spcPts val="1100"/>
              </a:spcAft>
              <a:buClr>
                <a:srgbClr val="002F4A"/>
              </a:buClr>
              <a:buSzPct val="100000"/>
              <a:buFont typeface="Arial"/>
              <a:buChar char="•"/>
            </a:pPr>
            <a:r>
              <a:rPr lang="en-IN" sz="18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Cost:</a:t>
            </a:r>
            <a:r>
              <a:rPr lang="en-IN" sz="18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estimated purchase cost ≈ ₹17,346 (build-plan estimate); 3D printing provided by the college.</a:t>
            </a:r>
          </a:p>
          <a:p>
            <a:pPr marL="274320" indent="-274320" algn="l">
              <a:lnSpc>
                <a:spcPct val="100000"/>
              </a:lnSpc>
              <a:spcBef>
                <a:spcPts val="0"/>
              </a:spcBef>
              <a:spcAft>
                <a:spcPts val="1100"/>
              </a:spcAft>
              <a:buClr>
                <a:srgbClr val="002F4A"/>
              </a:buClr>
              <a:buSzPct val="100000"/>
              <a:buFont typeface="Arial"/>
              <a:buChar char="•"/>
            </a:pPr>
            <a:r>
              <a:rPr lang="en-IN" sz="18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Status:</a:t>
            </a:r>
            <a:r>
              <a:rPr lang="en-IN" sz="18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all required components have been procured; none installed yet.</a:t>
            </a:r>
          </a:p>
        </p:txBody>
      </p:sp>
      <p:pic>
        <p:nvPicPr>
          <p:cNvPr id="275" name="Picture 274" descr="photo_components.jpg"/>
          <p:cNvPicPr>
            <a:picLocks noChangeAspect="1"/>
          </p:cNvPicPr>
          <p:nvPr/>
        </p:nvPicPr>
        <p:blipFill>
          <a:blip r:embed="rId5"/>
          <a:stretch>
            <a:fillRect/>
          </a:stretch>
        </p:blipFill>
        <p:spPr>
          <a:xfrm>
            <a:off x="6949440" y="1280160"/>
            <a:ext cx="5094240" cy="4846320"/>
          </a:xfrm>
          <a:prstGeom prst="rect">
            <a:avLst/>
          </a:prstGeom>
          <a:ln w="9525">
            <a:solidFill>
              <a:srgbClr val="002F4A"/>
            </a:solidFill>
          </a:ln>
        </p:spPr>
      </p:pic>
      <p:sp>
        <p:nvSpPr>
          <p:cNvPr id="276" name="TextBox 275"/>
          <p:cNvSpPr txBox="1"/>
          <p:nvPr/>
        </p:nvSpPr>
        <p:spPr>
          <a:xfrm>
            <a:off x="6949440" y="6172200"/>
            <a:ext cx="5094240" cy="320040"/>
          </a:xfrm>
          <a:prstGeom prst="rect">
            <a:avLst/>
          </a:prstGeom>
          <a:noFill/>
        </p:spPr>
        <p:txBody>
          <a:bodyPr wrap="square" anchor="t" lIns="91425" rIns="91425"/>
          <a:lstStyle/>
          <a:p>
            <a:pPr marL="0" indent="0" algn="ctr">
              <a:lnSpc>
                <a:spcPct val="100000"/>
              </a:lnSpc>
              <a:spcBef>
                <a:spcPts val="0"/>
              </a:spcBef>
              <a:spcAft>
                <a:spcPts val="0"/>
              </a:spcAft>
              <a:buNone/>
            </a:pPr>
            <a:r>
              <a:rPr lang="en-IN" sz="1200" b="0" i="1"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Some of the procured components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4CABF"/>
        </a:solidFill>
        <a:effectLst/>
      </p:bgPr>
    </p:bg>
    <p:spTree>
      <p:nvGrpSpPr>
        <p:cNvPr id="292" name="Shape 292"/>
        <p:cNvGrpSpPr/>
        <p:nvPr/>
      </p:nvGrpSpPr>
      <p:grpSpPr>
        <a:xfrm>
          <a:off x="0" y="0"/>
          <a:ext cx="0" cy="0"/>
          <a:chOff x="0" y="0"/>
          <a:chExt cx="0" cy="0"/>
        </a:xfrm>
      </p:grpSpPr>
      <p:sp>
        <p:nvSpPr>
          <p:cNvPr id="293" name="Google Shape;293;g3f86c170c19_0_111"/>
          <p:cNvSpPr txBox="1"/>
          <p:nvPr/>
        </p:nvSpPr>
        <p:spPr>
          <a:xfrm>
            <a:off x="1097280" y="457200"/>
            <a:ext cx="9994392" cy="640080"/>
          </a:xfrm>
          <a:prstGeom prst="rect">
            <a:avLst/>
          </a:prstGeom>
          <a:noFill/>
          <a:ln>
            <a:noFill/>
          </a:ln>
        </p:spPr>
        <p:txBody>
          <a:bodyPr spcFirstLastPara="1" wrap="square" lIns="91425" tIns="45700" rIns="91425" bIns="45700" anchor="ctr" anchorCtr="0"/>
          <a:lstStyle/>
          <a:p>
            <a:pPr marL="0" indent="0" algn="ctr">
              <a:spcBef>
                <a:spcPts val="0"/>
              </a:spcBef>
              <a:spcAft>
                <a:spcPts val="0"/>
              </a:spcAft>
              <a:buNone/>
            </a:pPr>
            <a:r>
              <a:rPr lang="en-IN" sz="2800"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t>PLANNED IMPLEMENTATION — CONTROL</a:t>
            </a:r>
          </a:p>
        </p:txBody>
      </p:sp>
      <p:pic>
        <p:nvPicPr>
          <p:cNvPr id="294" name="Google Shape;294;g3f86c170c19_0_111" descr="A picture containing drawing&#10;&#10;Description automatically generated"/>
          <p:cNvPicPr preferRelativeResize="0"/>
          <p:nvPr/>
        </p:nvPicPr>
        <p:blipFill rotWithShape="1">
          <a:blip r:embed="rId1"/>
          <a:srcRect/>
          <a:stretch>
            <a:fillRect/>
          </a:stretch>
        </p:blipFill>
        <p:spPr>
          <a:xfrm>
            <a:off x="11378735" y="8274"/>
            <a:ext cx="799394" cy="769500"/>
          </a:xfrm>
          <a:prstGeom prst="rect">
            <a:avLst/>
          </a:prstGeom>
          <a:noFill/>
          <a:ln>
            <a:noFill/>
          </a:ln>
        </p:spPr>
      </p:pic>
      <p:pic>
        <p:nvPicPr>
          <p:cNvPr id="295" name="Google Shape;295;g3f86c170c19_0_111" descr="A picture containing drawing, food&#10;&#10;Description automatically generated"/>
          <p:cNvPicPr preferRelativeResize="0"/>
          <p:nvPr/>
        </p:nvPicPr>
        <p:blipFill rotWithShape="1">
          <a:blip r:embed="rId2"/>
          <a:srcRect/>
          <a:stretch>
            <a:fillRect/>
          </a:stretch>
        </p:blipFill>
        <p:spPr>
          <a:xfrm>
            <a:off x="34148" y="-2749"/>
            <a:ext cx="878075" cy="769500"/>
          </a:xfrm>
          <a:prstGeom prst="rect">
            <a:avLst/>
          </a:prstGeom>
          <a:noFill/>
          <a:ln>
            <a:noFill/>
          </a:ln>
        </p:spPr>
      </p:pic>
      <p:sp>
        <p:nvSpPr>
          <p:cNvPr id="2" name="Text Box 1"/>
          <p:cNvSpPr txBox="1"/>
          <p:nvPr/>
        </p:nvSpPr>
        <p:spPr>
          <a:xfrm>
            <a:off x="548640" y="1280160"/>
            <a:ext cx="11064240" cy="4846320"/>
          </a:xfrm>
          <a:prstGeom prst="rect">
            <a:avLst/>
          </a:prstGeom>
          <a:noFill/>
        </p:spPr>
        <p:txBody>
          <a:bodyPr wrap="square" rtlCol="0" anchor="t" lIns="91425" rIns="91425"/>
          <a:p>
            <a:pPr marL="274320" indent="-274320" algn="l">
              <a:lnSpc>
                <a:spcPct val="100000"/>
              </a:lnSpc>
              <a:spcBef>
                <a:spcPts val="0"/>
              </a:spcBef>
              <a:spcAft>
                <a:spcPts val="13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Inverse kinematics:</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foot position (x, y, z) converted into coxa–femur–tibia joint angles (θ1, θ2, θ3) for each leg.</a:t>
            </a:r>
          </a:p>
          <a:p>
            <a:pPr marL="274320" indent="-274320" algn="l">
              <a:lnSpc>
                <a:spcPct val="100000"/>
              </a:lnSpc>
              <a:spcBef>
                <a:spcPts val="0"/>
              </a:spcBef>
              <a:spcAft>
                <a:spcPts val="13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Tripod gait:</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the six legs moved in two alternating groups of three (swing and stance).</a:t>
            </a:r>
          </a:p>
          <a:p>
            <a:pPr marL="274320" indent="-274320" algn="l">
              <a:lnSpc>
                <a:spcPct val="100000"/>
              </a:lnSpc>
              <a:spcBef>
                <a:spcPts val="0"/>
              </a:spcBef>
              <a:spcAft>
                <a:spcPts val="13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PWM offloading:</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two PCA9685 boards (I²C addresses 0x40 and 0x41) generate the 50 Hz servo pulses in hardware.</a:t>
            </a:r>
          </a:p>
          <a:p>
            <a:pPr marL="274320" indent="-274320" algn="l">
              <a:lnSpc>
                <a:spcPct val="100000"/>
              </a:lnSpc>
              <a:spcBef>
                <a:spcPts val="0"/>
              </a:spcBef>
              <a:spcAft>
                <a:spcPts val="13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IMU posture correction:</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MPU6050 pitch and roll used to correct the body posture on slopes.</a:t>
            </a:r>
          </a:p>
          <a:p>
            <a:pPr marL="274320" indent="-274320" algn="l">
              <a:lnSpc>
                <a:spcPct val="100000"/>
              </a:lnSpc>
              <a:spcBef>
                <a:spcPts val="0"/>
              </a:spcBef>
              <a:spcAft>
                <a:spcPts val="13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Ultrasonic interlock:</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front, left and right HC-SR04 sensors checked in the main loop to override forward motion.</a:t>
            </a:r>
          </a:p>
          <a:p>
            <a:pPr marL="274320" indent="-274320" algn="l">
              <a:lnSpc>
                <a:spcPct val="100000"/>
              </a:lnSpc>
              <a:spcBef>
                <a:spcPts val="0"/>
              </a:spcBef>
              <a:spcAft>
                <a:spcPts val="13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Calibration &amp; memory:</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servos centred (PWM count ≈ 307) before fitting horns; gait tables stored in PROGMEM to save the Uno's 2 KB RAM.</a:t>
            </a:r>
          </a:p>
        </p:txBody>
      </p:sp>
      <p:sp>
        <p:nvSpPr>
          <p:cNvPr id="296" name="TextBox 295"/>
          <p:cNvSpPr txBox="1"/>
          <p:nvPr/>
        </p:nvSpPr>
        <p:spPr>
          <a:xfrm>
            <a:off x="548640" y="6217920"/>
            <a:ext cx="11064240" cy="365760"/>
          </a:xfrm>
          <a:prstGeom prst="rect">
            <a:avLst/>
          </a:prstGeom>
          <a:noFill/>
        </p:spPr>
        <p:txBody>
          <a:bodyPr wrap="square" anchor="t" lIns="91425" rIns="91425"/>
          <a:lstStyle/>
          <a:p>
            <a:pPr marL="0" indent="0" algn="l">
              <a:lnSpc>
                <a:spcPct val="100000"/>
              </a:lnSpc>
              <a:spcBef>
                <a:spcPts val="0"/>
              </a:spcBef>
              <a:spcAft>
                <a:spcPts val="0"/>
              </a:spcAft>
              <a:buNone/>
            </a:pPr>
            <a:r>
              <a:rPr lang="en-IN" sz="1400" b="0" i="1"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These features are part of the planned design and will be verified during integration and testing.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4CABF"/>
        </a:solidFill>
        <a:effectLst/>
      </p:bgPr>
    </p:bg>
    <p:spTree>
      <p:nvGrpSpPr>
        <p:cNvPr id="299" name="Shape 299"/>
        <p:cNvGrpSpPr/>
        <p:nvPr/>
      </p:nvGrpSpPr>
      <p:grpSpPr>
        <a:xfrm>
          <a:off x="0" y="0"/>
          <a:ext cx="0" cy="0"/>
          <a:chOff x="0" y="0"/>
          <a:chExt cx="0" cy="0"/>
        </a:xfrm>
      </p:grpSpPr>
      <p:sp>
        <p:nvSpPr>
          <p:cNvPr id="300" name="Google Shape;300;g3f86c170c19_0_115"/>
          <p:cNvSpPr txBox="1"/>
          <p:nvPr/>
        </p:nvSpPr>
        <p:spPr>
          <a:xfrm>
            <a:off x="1097280" y="457200"/>
            <a:ext cx="9994392" cy="640080"/>
          </a:xfrm>
          <a:prstGeom prst="rect">
            <a:avLst/>
          </a:prstGeom>
          <a:noFill/>
          <a:ln>
            <a:noFill/>
          </a:ln>
        </p:spPr>
        <p:txBody>
          <a:bodyPr spcFirstLastPara="1" wrap="square" lIns="91425" tIns="45700" rIns="91425" bIns="45700" anchor="ctr" anchorCtr="0"/>
          <a:lstStyle/>
          <a:p>
            <a:pPr marL="0" indent="0" algn="ctr">
              <a:spcBef>
                <a:spcPts val="0"/>
              </a:spcBef>
              <a:spcAft>
                <a:spcPts val="0"/>
              </a:spcAft>
              <a:buNone/>
            </a:pPr>
            <a:r>
              <a:rPr lang="en-IN" sz="2800"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t>PLANNED IMPLEMENTATION — POWER &amp; HARDWARE</a:t>
            </a:r>
          </a:p>
        </p:txBody>
      </p:sp>
      <p:pic>
        <p:nvPicPr>
          <p:cNvPr id="301" name="Google Shape;301;g3f86c170c19_0_115" descr="A picture containing drawing&#10;&#10;Description automatically generated"/>
          <p:cNvPicPr preferRelativeResize="0"/>
          <p:nvPr/>
        </p:nvPicPr>
        <p:blipFill rotWithShape="1">
          <a:blip r:embed="rId1"/>
          <a:srcRect/>
          <a:stretch>
            <a:fillRect/>
          </a:stretch>
        </p:blipFill>
        <p:spPr>
          <a:xfrm>
            <a:off x="11378735" y="8274"/>
            <a:ext cx="799394" cy="769500"/>
          </a:xfrm>
          <a:prstGeom prst="rect">
            <a:avLst/>
          </a:prstGeom>
          <a:noFill/>
          <a:ln>
            <a:noFill/>
          </a:ln>
        </p:spPr>
      </p:pic>
      <p:pic>
        <p:nvPicPr>
          <p:cNvPr id="302" name="Google Shape;302;g3f86c170c19_0_115" descr="A picture containing drawing, food&#10;&#10;Description automatically generated"/>
          <p:cNvPicPr preferRelativeResize="0"/>
          <p:nvPr/>
        </p:nvPicPr>
        <p:blipFill rotWithShape="1">
          <a:blip r:embed="rId2"/>
          <a:srcRect/>
          <a:stretch>
            <a:fillRect/>
          </a:stretch>
        </p:blipFill>
        <p:spPr>
          <a:xfrm>
            <a:off x="34148" y="-2749"/>
            <a:ext cx="878075" cy="769500"/>
          </a:xfrm>
          <a:prstGeom prst="rect">
            <a:avLst/>
          </a:prstGeom>
          <a:noFill/>
          <a:ln>
            <a:noFill/>
          </a:ln>
        </p:spPr>
      </p:pic>
      <p:sp>
        <p:nvSpPr>
          <p:cNvPr id="2" name="Text Box 1"/>
          <p:cNvSpPr txBox="1"/>
          <p:nvPr/>
        </p:nvSpPr>
        <p:spPr>
          <a:xfrm>
            <a:off x="548640" y="1280160"/>
            <a:ext cx="11064240" cy="4846320"/>
          </a:xfrm>
          <a:prstGeom prst="rect">
            <a:avLst/>
          </a:prstGeom>
          <a:noFill/>
        </p:spPr>
        <p:txBody>
          <a:bodyPr wrap="square" rtlCol="0" anchor="t" lIns="91425" rIns="91425"/>
          <a:p>
            <a:pPr marL="274320" indent="-274320" algn="l">
              <a:lnSpc>
                <a:spcPct val="100000"/>
              </a:lnSpc>
              <a:spcBef>
                <a:spcPts val="0"/>
              </a:spcBef>
              <a:spcAft>
                <a:spcPts val="13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Multi-rail power:</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XL4016 converters for the servo rails and LM2596 for logic, keeping servo current away from the logic circuits.</a:t>
            </a:r>
          </a:p>
          <a:p>
            <a:pPr marL="274320" indent="-274320" algn="l">
              <a:lnSpc>
                <a:spcPct val="100000"/>
              </a:lnSpc>
              <a:spcBef>
                <a:spcPts val="0"/>
              </a:spcBef>
              <a:spcAft>
                <a:spcPts val="13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Camera supply:</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a dedicated converter and ≥ 1000 µF capacitors to absorb the ESP32-CAM's ~700 mA Wi-Fi bursts.</a:t>
            </a:r>
          </a:p>
          <a:p>
            <a:pPr marL="274320" indent="-274320" algn="l">
              <a:lnSpc>
                <a:spcPct val="100000"/>
              </a:lnSpc>
              <a:spcBef>
                <a:spcPts val="0"/>
              </a:spcBef>
              <a:spcAft>
                <a:spcPts val="13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Servo master-disable:</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PCA9685 OE line pulled HIGH at boot, so servos stay off until a safe pose is written.</a:t>
            </a:r>
          </a:p>
          <a:p>
            <a:pPr marL="274320" indent="-274320" algn="l">
              <a:lnSpc>
                <a:spcPct val="100000"/>
              </a:lnSpc>
              <a:spcBef>
                <a:spcPts val="0"/>
              </a:spcBef>
              <a:spcAft>
                <a:spcPts val="13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Battery monitoring:</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resistor divider on A0; warning at 10.5 V and safe sit-down at 9.9 V.</a:t>
            </a:r>
          </a:p>
          <a:p>
            <a:pPr marL="274320" indent="-274320" algn="l">
              <a:lnSpc>
                <a:spcPct val="100000"/>
              </a:lnSpc>
              <a:spcBef>
                <a:spcPts val="0"/>
              </a:spcBef>
              <a:spcAft>
                <a:spcPts val="13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Star ground:</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all negatives meet at one point to avoid ground loops and I²C errors.</a:t>
            </a:r>
          </a:p>
          <a:p>
            <a:pPr marL="274320" indent="-274320" algn="l">
              <a:lnSpc>
                <a:spcPct val="100000"/>
              </a:lnSpc>
              <a:spcBef>
                <a:spcPts val="0"/>
              </a:spcBef>
              <a:spcAft>
                <a:spcPts val="1300"/>
              </a:spcAft>
              <a:buClr>
                <a:srgbClr val="002F4A"/>
              </a:buClr>
              <a:buSzPct val="100000"/>
              <a:buFont typeface="Arial"/>
              <a:buChar char="•"/>
            </a:pPr>
            <a:r>
              <a:rPr lang="en-IN" sz="20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Mechanical:</a:t>
            </a:r>
            <a:r>
              <a:rPr lang="en-IN" sz="20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converters in an open, slotted tray under the body plate for cooling; brass heat-set inserts in 3D-printed parts.</a:t>
            </a:r>
          </a:p>
        </p:txBody>
      </p:sp>
      <p:sp>
        <p:nvSpPr>
          <p:cNvPr id="303" name="TextBox 302"/>
          <p:cNvSpPr txBox="1"/>
          <p:nvPr/>
        </p:nvSpPr>
        <p:spPr>
          <a:xfrm>
            <a:off x="548640" y="6217920"/>
            <a:ext cx="11064240" cy="365760"/>
          </a:xfrm>
          <a:prstGeom prst="rect">
            <a:avLst/>
          </a:prstGeom>
          <a:noFill/>
        </p:spPr>
        <p:txBody>
          <a:bodyPr wrap="square" anchor="t" lIns="91425" rIns="91425"/>
          <a:lstStyle/>
          <a:p>
            <a:pPr marL="0" indent="0" algn="l">
              <a:lnSpc>
                <a:spcPct val="100000"/>
              </a:lnSpc>
              <a:spcBef>
                <a:spcPts val="0"/>
              </a:spcBef>
              <a:spcAft>
                <a:spcPts val="0"/>
              </a:spcAft>
              <a:buNone/>
            </a:pPr>
            <a:r>
              <a:rPr lang="en-IN" sz="1400" b="0" i="1"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These features are part of the planned design and will be verified during integration and testing.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4CABF"/>
        </a:solidFill>
        <a:effectLst/>
      </p:bgPr>
    </p:bg>
    <p:spTree>
      <p:nvGrpSpPr>
        <p:cNvPr id="313" name="Shape 313"/>
        <p:cNvGrpSpPr/>
        <p:nvPr/>
      </p:nvGrpSpPr>
      <p:grpSpPr>
        <a:xfrm>
          <a:off x="0" y="0"/>
          <a:ext cx="0" cy="0"/>
          <a:chOff x="0" y="0"/>
          <a:chExt cx="0" cy="0"/>
        </a:xfrm>
      </p:grpSpPr>
      <p:sp>
        <p:nvSpPr>
          <p:cNvPr id="314" name="Google Shape;314;p10"/>
          <p:cNvSpPr txBox="1"/>
          <p:nvPr/>
        </p:nvSpPr>
        <p:spPr>
          <a:xfrm>
            <a:off x="1097280" y="457200"/>
            <a:ext cx="9994392" cy="640080"/>
          </a:xfrm>
          <a:prstGeom prst="rect">
            <a:avLst/>
          </a:prstGeom>
          <a:noFill/>
          <a:ln>
            <a:noFill/>
          </a:ln>
        </p:spPr>
        <p:txBody>
          <a:bodyPr spcFirstLastPara="1" wrap="square" lIns="91425" tIns="45700" rIns="91425" bIns="45700" anchor="ctr" anchorCtr="0"/>
          <a:lstStyle/>
          <a:p>
            <a:pPr marL="0" indent="0" algn="ctr">
              <a:spcBef>
                <a:spcPts val="0"/>
              </a:spcBef>
              <a:spcAft>
                <a:spcPts val="0"/>
              </a:spcAft>
              <a:buNone/>
            </a:pPr>
            <a:r>
              <a:rPr lang="en-IN" sz="2800"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t>DESIGN COMPARISON: CONVENTIONAL vs PROPOSED</a:t>
            </a:r>
          </a:p>
        </p:txBody>
      </p:sp>
      <p:pic>
        <p:nvPicPr>
          <p:cNvPr id="315" name="Google Shape;315;p10" descr="A picture containing drawing&#10;&#10;Description automatically generated"/>
          <p:cNvPicPr preferRelativeResize="0"/>
          <p:nvPr/>
        </p:nvPicPr>
        <p:blipFill rotWithShape="1">
          <a:blip r:embed="rId1"/>
          <a:srcRect/>
          <a:stretch>
            <a:fillRect/>
          </a:stretch>
        </p:blipFill>
        <p:spPr>
          <a:xfrm>
            <a:off x="11378735" y="8274"/>
            <a:ext cx="799394" cy="769500"/>
          </a:xfrm>
          <a:prstGeom prst="rect">
            <a:avLst/>
          </a:prstGeom>
          <a:noFill/>
          <a:ln>
            <a:noFill/>
          </a:ln>
        </p:spPr>
      </p:pic>
      <p:pic>
        <p:nvPicPr>
          <p:cNvPr id="316" name="Google Shape;316;p10" descr="A picture containing drawing, food&#10;&#10;Description automatically generated"/>
          <p:cNvPicPr preferRelativeResize="0"/>
          <p:nvPr/>
        </p:nvPicPr>
        <p:blipFill rotWithShape="1">
          <a:blip r:embed="rId2"/>
          <a:srcRect/>
          <a:stretch>
            <a:fillRect/>
          </a:stretch>
        </p:blipFill>
        <p:spPr>
          <a:xfrm>
            <a:off x="34148" y="-2749"/>
            <a:ext cx="878075" cy="769500"/>
          </a:xfrm>
          <a:prstGeom prst="rect">
            <a:avLst/>
          </a:prstGeom>
          <a:noFill/>
          <a:ln>
            <a:noFill/>
          </a:ln>
        </p:spPr>
      </p:pic>
      <p:graphicFrame>
        <p:nvGraphicFramePr>
          <p:cNvPr id="317" name="Table 316"/>
          <p:cNvGraphicFramePr>
            <a:graphicFrameLocks noGrp="1"/>
          </p:cNvGraphicFramePr>
          <p:nvPr/>
        </p:nvGraphicFramePr>
        <p:xfrm>
          <a:off x="548640" y="1325880"/>
          <a:ext cx="11064240" cy="4727448"/>
        </p:xfrm>
        <a:graphic>
          <a:graphicData uri="http://schemas.openxmlformats.org/drawingml/2006/table">
            <a:tbl>
              <a:tblPr firstRow="1" bandRow="1">
                <a:tableStyleId>{6B23DE0B-3846-4328-826E-2A21398C07C0}</a:tableStyleId>
              </a:tblPr>
              <a:tblGrid>
                <a:gridCol w="1920240"/>
                <a:gridCol w="4297680"/>
                <a:gridCol w="4846320"/>
              </a:tblGrid>
              <a:tr h="502920">
                <a:tc>
                  <a:txBody>
                    <a:bodyPr/>
                    <a:lstStyle/>
                    <a:p>
                      <a:pPr marL="0" indent="0" algn="l">
                        <a:lnSpc>
                          <a:spcPct val="100000"/>
                        </a:lnSpc>
                        <a:spcBef>
                          <a:spcPts val="0"/>
                        </a:spcBef>
                        <a:spcAft>
                          <a:spcPts val="0"/>
                        </a:spcAft>
                        <a:buNone/>
                      </a:pPr>
                      <a:r>
                        <a:rPr lang="en-IN" sz="1700" b="1" i="0"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xml:space="preserve">ASPECT</a:t>
                      </a:r>
                    </a:p>
                  </a:txBody>
                  <a:tcPr/>
                </a:tc>
                <a:tc>
                  <a:txBody>
                    <a:bodyPr/>
                    <a:lstStyle/>
                    <a:p>
                      <a:pPr marL="0" indent="0" algn="l">
                        <a:lnSpc>
                          <a:spcPct val="100000"/>
                        </a:lnSpc>
                        <a:spcBef>
                          <a:spcPts val="0"/>
                        </a:spcBef>
                        <a:spcAft>
                          <a:spcPts val="0"/>
                        </a:spcAft>
                        <a:buNone/>
                      </a:pPr>
                      <a:r>
                        <a:rPr lang="en-IN" sz="1700" b="1" i="0"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xml:space="preserve">TYPICAL HOBBY BUILD</a:t>
                      </a:r>
                    </a:p>
                  </a:txBody>
                  <a:tcPr/>
                </a:tc>
                <a:tc>
                  <a:txBody>
                    <a:bodyPr/>
                    <a:lstStyle/>
                    <a:p>
                      <a:pPr marL="0" indent="0" algn="l">
                        <a:lnSpc>
                          <a:spcPct val="100000"/>
                        </a:lnSpc>
                        <a:spcBef>
                          <a:spcPts val="0"/>
                        </a:spcBef>
                        <a:spcAft>
                          <a:spcPts val="0"/>
                        </a:spcAft>
                        <a:buNone/>
                      </a:pPr>
                      <a:r>
                        <a:rPr lang="en-IN" sz="1700" b="1" i="0"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xml:space="preserve">OUR DESIGN APPROACH</a:t>
                      </a:r>
                    </a:p>
                  </a:txBody>
                  <a:tcPr/>
                </a:tc>
              </a:tr>
              <a:tr h="603504">
                <a:tc>
                  <a:txBody>
                    <a:bodyPr/>
                    <a:lstStyle/>
                    <a:p>
                      <a:pPr marL="0" indent="0" algn="l">
                        <a:lnSpc>
                          <a:spcPct val="100000"/>
                        </a:lnSpc>
                        <a:spcBef>
                          <a:spcPts val="0"/>
                        </a:spcBef>
                        <a:spcAft>
                          <a:spcPts val="0"/>
                        </a:spcAft>
                        <a:buNone/>
                      </a:pPr>
                      <a:r>
                        <a:rPr lang="en-IN" sz="17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Wiring</a:t>
                      </a:r>
                    </a:p>
                  </a:txBody>
                  <a:tcPr/>
                </a:tc>
                <a:tc>
                  <a:txBody>
                    <a:bodyPr/>
                    <a:lstStyle/>
                    <a:p>
                      <a:pPr marL="0" indent="0" algn="l">
                        <a:lnSpc>
                          <a:spcPct val="100000"/>
                        </a:lnSpc>
                        <a:spcBef>
                          <a:spcPts val="0"/>
                        </a:spcBef>
                        <a:spcAft>
                          <a:spcPts val="0"/>
                        </a:spcAft>
                        <a:buNone/>
                      </a:pPr>
                      <a:r>
                        <a:rPr lang="en-IN" sz="17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Breadboard and ~90 loose jumper wires</a:t>
                      </a:r>
                    </a:p>
                  </a:txBody>
                  <a:tcPr/>
                </a:tc>
                <a:tc>
                  <a:txBody>
                    <a:bodyPr/>
                    <a:lstStyle/>
                    <a:p>
                      <a:pPr marL="0" indent="0" algn="l">
                        <a:lnSpc>
                          <a:spcPct val="100000"/>
                        </a:lnSpc>
                        <a:spcBef>
                          <a:spcPts val="0"/>
                        </a:spcBef>
                        <a:spcAft>
                          <a:spcPts val="0"/>
                        </a:spcAft>
                        <a:buNone/>
                      </a:pPr>
                      <a:r>
                        <a:rPr lang="en-IN" sz="17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Custom PCB shield with labelled sockets</a:t>
                      </a:r>
                    </a:p>
                  </a:txBody>
                  <a:tcPr/>
                </a:tc>
              </a:tr>
              <a:tr h="603504">
                <a:tc>
                  <a:txBody>
                    <a:bodyPr/>
                    <a:lstStyle/>
                    <a:p>
                      <a:pPr marL="0" indent="0" algn="l">
                        <a:lnSpc>
                          <a:spcPct val="100000"/>
                        </a:lnSpc>
                        <a:spcBef>
                          <a:spcPts val="0"/>
                        </a:spcBef>
                        <a:spcAft>
                          <a:spcPts val="0"/>
                        </a:spcAft>
                        <a:buNone/>
                      </a:pPr>
                      <a:r>
                        <a:rPr lang="en-IN" sz="17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Servo PWM</a:t>
                      </a:r>
                    </a:p>
                  </a:txBody>
                  <a:tcPr/>
                </a:tc>
                <a:tc>
                  <a:txBody>
                    <a:bodyPr/>
                    <a:lstStyle/>
                    <a:p>
                      <a:pPr marL="0" indent="0" algn="l">
                        <a:lnSpc>
                          <a:spcPct val="100000"/>
                        </a:lnSpc>
                        <a:spcBef>
                          <a:spcPts val="0"/>
                        </a:spcBef>
                        <a:spcAft>
                          <a:spcPts val="0"/>
                        </a:spcAft>
                        <a:buNone/>
                      </a:pPr>
                      <a:r>
                        <a:rPr lang="en-IN" sz="17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Pulses generated by the Arduino</a:t>
                      </a:r>
                    </a:p>
                  </a:txBody>
                  <a:tcPr/>
                </a:tc>
                <a:tc>
                  <a:txBody>
                    <a:bodyPr/>
                    <a:lstStyle/>
                    <a:p>
                      <a:pPr marL="0" indent="0" algn="l">
                        <a:lnSpc>
                          <a:spcPct val="100000"/>
                        </a:lnSpc>
                        <a:spcBef>
                          <a:spcPts val="0"/>
                        </a:spcBef>
                        <a:spcAft>
                          <a:spcPts val="0"/>
                        </a:spcAft>
                        <a:buNone/>
                      </a:pPr>
                      <a:r>
                        <a:rPr lang="en-IN" sz="17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Two PCA9685 boards generate pulses in hardware</a:t>
                      </a:r>
                    </a:p>
                  </a:txBody>
                  <a:tcPr/>
                </a:tc>
              </a:tr>
              <a:tr h="603504">
                <a:tc>
                  <a:txBody>
                    <a:bodyPr/>
                    <a:lstStyle/>
                    <a:p>
                      <a:pPr marL="0" indent="0" algn="l">
                        <a:lnSpc>
                          <a:spcPct val="100000"/>
                        </a:lnSpc>
                        <a:spcBef>
                          <a:spcPts val="0"/>
                        </a:spcBef>
                        <a:spcAft>
                          <a:spcPts val="0"/>
                        </a:spcAft>
                        <a:buNone/>
                      </a:pPr>
                      <a:r>
                        <a:rPr lang="en-IN" sz="17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Servo power</a:t>
                      </a:r>
                    </a:p>
                  </a:txBody>
                  <a:tcPr/>
                </a:tc>
                <a:tc>
                  <a:txBody>
                    <a:bodyPr/>
                    <a:lstStyle/>
                    <a:p>
                      <a:pPr marL="0" indent="0" algn="l">
                        <a:lnSpc>
                          <a:spcPct val="100000"/>
                        </a:lnSpc>
                        <a:spcBef>
                          <a:spcPts val="0"/>
                        </a:spcBef>
                        <a:spcAft>
                          <a:spcPts val="0"/>
                        </a:spcAft>
                        <a:buNone/>
                      </a:pPr>
                      <a:r>
                        <a:rPr lang="en-IN" sz="17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Single 5 V rail, often from the Arduino</a:t>
                      </a:r>
                    </a:p>
                  </a:txBody>
                  <a:tcPr/>
                </a:tc>
                <a:tc>
                  <a:txBody>
                    <a:bodyPr/>
                    <a:lstStyle/>
                    <a:p>
                      <a:pPr marL="0" indent="0" algn="l">
                        <a:lnSpc>
                          <a:spcPct val="100000"/>
                        </a:lnSpc>
                        <a:spcBef>
                          <a:spcPts val="0"/>
                        </a:spcBef>
                        <a:spcAft>
                          <a:spcPts val="0"/>
                        </a:spcAft>
                        <a:buNone/>
                      </a:pPr>
                      <a:r>
                        <a:rPr lang="en-IN" sz="17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Two 6 V XL4016 rails through PCB copper zones</a:t>
                      </a:r>
                    </a:p>
                  </a:txBody>
                  <a:tcPr/>
                </a:tc>
              </a:tr>
              <a:tr h="603504">
                <a:tc>
                  <a:txBody>
                    <a:bodyPr/>
                    <a:lstStyle/>
                    <a:p>
                      <a:pPr marL="0" indent="0" algn="l">
                        <a:lnSpc>
                          <a:spcPct val="100000"/>
                        </a:lnSpc>
                        <a:spcBef>
                          <a:spcPts val="0"/>
                        </a:spcBef>
                        <a:spcAft>
                          <a:spcPts val="0"/>
                        </a:spcAft>
                        <a:buNone/>
                      </a:pPr>
                      <a:r>
                        <a:rPr lang="en-IN" sz="17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Camera power</a:t>
                      </a:r>
                    </a:p>
                  </a:txBody>
                  <a:tcPr/>
                </a:tc>
                <a:tc>
                  <a:txBody>
                    <a:bodyPr/>
                    <a:lstStyle/>
                    <a:p>
                      <a:pPr marL="0" indent="0" algn="l">
                        <a:lnSpc>
                          <a:spcPct val="100000"/>
                        </a:lnSpc>
                        <a:spcBef>
                          <a:spcPts val="0"/>
                        </a:spcBef>
                        <a:spcAft>
                          <a:spcPts val="0"/>
                        </a:spcAft>
                        <a:buNone/>
                      </a:pPr>
                      <a:r>
                        <a:rPr lang="en-IN" sz="17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Shares the logic supply</a:t>
                      </a:r>
                    </a:p>
                  </a:txBody>
                  <a:tcPr/>
                </a:tc>
                <a:tc>
                  <a:txBody>
                    <a:bodyPr/>
                    <a:lstStyle/>
                    <a:p>
                      <a:pPr marL="0" indent="0" algn="l">
                        <a:lnSpc>
                          <a:spcPct val="100000"/>
                        </a:lnSpc>
                        <a:spcBef>
                          <a:spcPts val="0"/>
                        </a:spcBef>
                        <a:spcAft>
                          <a:spcPts val="0"/>
                        </a:spcAft>
                        <a:buNone/>
                      </a:pPr>
                      <a:r>
                        <a:rPr lang="en-IN" sz="17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Dedicated converter with bulk capacitors</a:t>
                      </a:r>
                    </a:p>
                  </a:txBody>
                  <a:tcPr/>
                </a:tc>
              </a:tr>
              <a:tr h="603504">
                <a:tc>
                  <a:txBody>
                    <a:bodyPr/>
                    <a:lstStyle/>
                    <a:p>
                      <a:pPr marL="0" indent="0" algn="l">
                        <a:lnSpc>
                          <a:spcPct val="100000"/>
                        </a:lnSpc>
                        <a:spcBef>
                          <a:spcPts val="0"/>
                        </a:spcBef>
                        <a:spcAft>
                          <a:spcPts val="0"/>
                        </a:spcAft>
                        <a:buNone/>
                      </a:pPr>
                      <a:r>
                        <a:rPr lang="en-IN" sz="17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Protection</a:t>
                      </a:r>
                    </a:p>
                  </a:txBody>
                  <a:tcPr/>
                </a:tc>
                <a:tc>
                  <a:txBody>
                    <a:bodyPr/>
                    <a:lstStyle/>
                    <a:p>
                      <a:pPr marL="0" indent="0" algn="l">
                        <a:lnSpc>
                          <a:spcPct val="100000"/>
                        </a:lnSpc>
                        <a:spcBef>
                          <a:spcPts val="0"/>
                        </a:spcBef>
                        <a:spcAft>
                          <a:spcPts val="0"/>
                        </a:spcAft>
                        <a:buNone/>
                      </a:pPr>
                      <a:r>
                        <a:rPr lang="en-IN" sz="17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Often none</a:t>
                      </a:r>
                    </a:p>
                  </a:txBody>
                  <a:tcPr/>
                </a:tc>
                <a:tc>
                  <a:txBody>
                    <a:bodyPr/>
                    <a:lstStyle/>
                    <a:p>
                      <a:pPr marL="0" indent="0" algn="l">
                        <a:lnSpc>
                          <a:spcPct val="100000"/>
                        </a:lnSpc>
                        <a:spcBef>
                          <a:spcPts val="0"/>
                        </a:spcBef>
                        <a:spcAft>
                          <a:spcPts val="0"/>
                        </a:spcAft>
                        <a:buNone/>
                      </a:pPr>
                      <a:r>
                        <a:rPr lang="en-IN" sz="17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20 A fuse, rocker switch, OE interlock, battery sensing</a:t>
                      </a:r>
                    </a:p>
                  </a:txBody>
                  <a:tcPr/>
                </a:tc>
              </a:tr>
              <a:tr h="603504">
                <a:tc>
                  <a:txBody>
                    <a:bodyPr/>
                    <a:lstStyle/>
                    <a:p>
                      <a:pPr marL="0" indent="0" algn="l">
                        <a:lnSpc>
                          <a:spcPct val="100000"/>
                        </a:lnSpc>
                        <a:spcBef>
                          <a:spcPts val="0"/>
                        </a:spcBef>
                        <a:spcAft>
                          <a:spcPts val="0"/>
                        </a:spcAft>
                        <a:buNone/>
                      </a:pPr>
                      <a:r>
                        <a:rPr lang="en-IN" sz="17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Cooling</a:t>
                      </a:r>
                    </a:p>
                  </a:txBody>
                  <a:tcPr/>
                </a:tc>
                <a:tc>
                  <a:txBody>
                    <a:bodyPr/>
                    <a:lstStyle/>
                    <a:p>
                      <a:pPr marL="0" indent="0" algn="l">
                        <a:lnSpc>
                          <a:spcPct val="100000"/>
                        </a:lnSpc>
                        <a:spcBef>
                          <a:spcPts val="0"/>
                        </a:spcBef>
                        <a:spcAft>
                          <a:spcPts val="0"/>
                        </a:spcAft>
                        <a:buNone/>
                      </a:pPr>
                      <a:r>
                        <a:rPr lang="en-IN" sz="17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Regulators inside a closed box</a:t>
                      </a:r>
                    </a:p>
                  </a:txBody>
                  <a:tcPr/>
                </a:tc>
                <a:tc>
                  <a:txBody>
                    <a:bodyPr/>
                    <a:lstStyle/>
                    <a:p>
                      <a:pPr marL="0" indent="0" algn="l">
                        <a:lnSpc>
                          <a:spcPct val="100000"/>
                        </a:lnSpc>
                        <a:spcBef>
                          <a:spcPts val="0"/>
                        </a:spcBef>
                        <a:spcAft>
                          <a:spcPts val="0"/>
                        </a:spcAft>
                        <a:buNone/>
                      </a:pPr>
                      <a:r>
                        <a:rPr lang="en-IN" sz="17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Open, slotted converter tray under the body plate</a:t>
                      </a:r>
                    </a:p>
                  </a:txBody>
                  <a:tcPr/>
                </a:tc>
              </a:tr>
              <a:tr h="603504">
                <a:tc>
                  <a:txBody>
                    <a:bodyPr/>
                    <a:lstStyle/>
                    <a:p>
                      <a:pPr marL="0" indent="0" algn="l">
                        <a:lnSpc>
                          <a:spcPct val="100000"/>
                        </a:lnSpc>
                        <a:spcBef>
                          <a:spcPts val="0"/>
                        </a:spcBef>
                        <a:spcAft>
                          <a:spcPts val="0"/>
                        </a:spcAft>
                        <a:buNone/>
                      </a:pPr>
                      <a:r>
                        <a:rPr lang="en-IN" sz="17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Mobility</a:t>
                      </a:r>
                    </a:p>
                  </a:txBody>
                  <a:tcPr/>
                </a:tc>
                <a:tc>
                  <a:txBody>
                    <a:bodyPr/>
                    <a:lstStyle/>
                    <a:p>
                      <a:pPr marL="0" indent="0" algn="l">
                        <a:lnSpc>
                          <a:spcPct val="100000"/>
                        </a:lnSpc>
                        <a:spcBef>
                          <a:spcPts val="0"/>
                        </a:spcBef>
                        <a:spcAft>
                          <a:spcPts val="0"/>
                        </a:spcAft>
                        <a:buNone/>
                      </a:pPr>
                      <a:r>
                        <a:rPr lang="en-IN" sz="17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Wheels stop at rubble and gaps</a:t>
                      </a:r>
                    </a:p>
                  </a:txBody>
                  <a:tcPr/>
                </a:tc>
                <a:tc>
                  <a:txBody>
                    <a:bodyPr/>
                    <a:lstStyle/>
                    <a:p>
                      <a:pPr marL="0" indent="0" algn="l">
                        <a:lnSpc>
                          <a:spcPct val="100000"/>
                        </a:lnSpc>
                        <a:spcBef>
                          <a:spcPts val="0"/>
                        </a:spcBef>
                        <a:spcAft>
                          <a:spcPts val="0"/>
                        </a:spcAft>
                        <a:buNone/>
                      </a:pPr>
                      <a:r>
                        <a:rPr lang="en-IN" sz="17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18-DOF legs; thigh load ≈ 47 % of servo stall torque (design estimate)</a:t>
                      </a:r>
                    </a:p>
                  </a:txBody>
                  <a:tcPr/>
                </a:tc>
              </a:tr>
            </a:tbl>
          </a:graphicData>
        </a:graphic>
      </p:graphicFrame>
      <p:sp>
        <p:nvSpPr>
          <p:cNvPr id="318" name="TextBox 317"/>
          <p:cNvSpPr txBox="1"/>
          <p:nvPr/>
        </p:nvSpPr>
        <p:spPr>
          <a:xfrm>
            <a:off x="548640" y="6263640"/>
            <a:ext cx="11064240" cy="457200"/>
          </a:xfrm>
          <a:prstGeom prst="rect">
            <a:avLst/>
          </a:prstGeom>
          <a:noFill/>
        </p:spPr>
        <p:txBody>
          <a:bodyPr wrap="square" anchor="t" lIns="91425" rIns="91425"/>
          <a:lstStyle/>
          <a:p>
            <a:pPr marL="0" indent="0" algn="l">
              <a:lnSpc>
                <a:spcPct val="100000"/>
              </a:lnSpc>
              <a:spcBef>
                <a:spcPts val="0"/>
              </a:spcBef>
              <a:spcAft>
                <a:spcPts val="0"/>
              </a:spcAft>
              <a:buNone/>
            </a:pPr>
            <a:r>
              <a:rPr lang="en-IN" sz="1400" b="0" i="1"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Expected benefits are based on design calculations and will be confirmed through testing after assembly.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4CABF"/>
        </a:solidFill>
        <a:effectLst/>
      </p:bgPr>
    </p:bg>
    <p:spTree>
      <p:nvGrpSpPr>
        <p:cNvPr id="263" name="Shape 263"/>
        <p:cNvGrpSpPr/>
        <p:nvPr/>
      </p:nvGrpSpPr>
      <p:grpSpPr>
        <a:xfrm>
          <a:off x="0" y="0"/>
          <a:ext cx="0" cy="0"/>
          <a:chOff x="0" y="0"/>
          <a:chExt cx="0" cy="0"/>
        </a:xfrm>
      </p:grpSpPr>
      <p:sp>
        <p:nvSpPr>
          <p:cNvPr id="264" name="Google Shape;264;g3f86c170c19_0_102"/>
          <p:cNvSpPr txBox="1"/>
          <p:nvPr/>
        </p:nvSpPr>
        <p:spPr>
          <a:xfrm>
            <a:off x="548640" y="1097280"/>
            <a:ext cx="11064240" cy="411480"/>
          </a:xfrm>
          <a:prstGeom prst="rect">
            <a:avLst/>
          </a:prstGeom>
          <a:noFill/>
          <a:ln>
            <a:noFill/>
          </a:ln>
        </p:spPr>
        <p:txBody>
          <a:bodyPr spcFirstLastPara="1" wrap="square" lIns="91425" tIns="45700" rIns="91425" bIns="45700" anchor="t" anchorCtr="0"/>
          <a:lstStyle/>
          <a:p>
            <a:pPr marL="0" indent="0" algn="ctr">
              <a:lnSpc>
                <a:spcPct val="100000"/>
              </a:lnSpc>
              <a:spcBef>
                <a:spcPts val="0"/>
              </a:spcBef>
              <a:spcAft>
                <a:spcPts val="0"/>
              </a:spcAft>
              <a:buNone/>
            </a:pPr>
            <a:r>
              <a:rPr lang="en-IN" sz="1700" b="1" i="0" dirty="0">
                <a:solidFill>
                  <a:srgbClr val="002F4A"/>
                </a:solidFill>
                <a:latin typeface="Times New Roman" panose="02020603050405020304"/>
                <a:ea typeface="Times New Roman" panose="02020603050405020304"/>
                <a:cs typeface="Times New Roman" panose="02020603050405020304"/>
                <a:sym typeface="Times New Roman" panose="02020603050405020304"/>
              </a:rPr>
              <a:t xml:space="preserve">Schematic ✓   →   PCB Layout ✓   →   3D View ✓   →   Gerber Generation ✓   →   Fabrication: Pending</a:t>
            </a:r>
          </a:p>
        </p:txBody>
      </p:sp>
      <p:sp>
        <p:nvSpPr>
          <p:cNvPr id="265" name="Google Shape;265;g3f86c170c19_0_102"/>
          <p:cNvSpPr txBox="1"/>
          <p:nvPr/>
        </p:nvSpPr>
        <p:spPr>
          <a:xfrm>
            <a:off x="1097280" y="457200"/>
            <a:ext cx="9994392" cy="640080"/>
          </a:xfrm>
          <a:prstGeom prst="rect">
            <a:avLst/>
          </a:prstGeom>
          <a:noFill/>
          <a:ln>
            <a:noFill/>
          </a:ln>
        </p:spPr>
        <p:txBody>
          <a:bodyPr spcFirstLastPara="1" wrap="square" lIns="91425" tIns="45700" rIns="91425" bIns="45700" anchor="ctr" anchorCtr="0"/>
          <a:lstStyle/>
          <a:p>
            <a:pPr marL="0" indent="0" algn="ctr">
              <a:spcBef>
                <a:spcPts val="0"/>
              </a:spcBef>
              <a:spcAft>
                <a:spcPts val="0"/>
              </a:spcAft>
              <a:buNone/>
            </a:pPr>
            <a:r>
              <a:rPr lang="en-IN" sz="2800"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t>CUSTOM PCB DEVELOPMENT (1/2)</a:t>
            </a:r>
          </a:p>
        </p:txBody>
      </p:sp>
      <p:pic>
        <p:nvPicPr>
          <p:cNvPr id="266" name="Google Shape;266;g3f86c170c19_0_102" descr="A picture containing drawing&#10;&#10;Description automatically generated"/>
          <p:cNvPicPr preferRelativeResize="0"/>
          <p:nvPr/>
        </p:nvPicPr>
        <p:blipFill rotWithShape="1">
          <a:blip r:embed="rId1"/>
          <a:srcRect/>
          <a:stretch>
            <a:fillRect/>
          </a:stretch>
        </p:blipFill>
        <p:spPr>
          <a:xfrm>
            <a:off x="11378735" y="8274"/>
            <a:ext cx="799394" cy="769500"/>
          </a:xfrm>
          <a:prstGeom prst="rect">
            <a:avLst/>
          </a:prstGeom>
          <a:noFill/>
          <a:ln>
            <a:noFill/>
          </a:ln>
        </p:spPr>
      </p:pic>
      <p:pic>
        <p:nvPicPr>
          <p:cNvPr id="267" name="Google Shape;267;g3f86c170c19_0_102" descr="A picture containing drawing, food&#10;&#10;Description automatically generated"/>
          <p:cNvPicPr preferRelativeResize="0"/>
          <p:nvPr/>
        </p:nvPicPr>
        <p:blipFill rotWithShape="1">
          <a:blip r:embed="rId2"/>
          <a:srcRect/>
          <a:stretch>
            <a:fillRect/>
          </a:stretch>
        </p:blipFill>
        <p:spPr>
          <a:xfrm>
            <a:off x="34148" y="-2749"/>
            <a:ext cx="878075" cy="769500"/>
          </a:xfrm>
          <a:prstGeom prst="rect">
            <a:avLst/>
          </a:prstGeom>
          <a:noFill/>
          <a:ln>
            <a:noFill/>
          </a:ln>
        </p:spPr>
      </p:pic>
      <p:pic>
        <p:nvPicPr>
          <p:cNvPr id="268" name="Picture 267" descr="kicad_schematic_1.png"/>
          <p:cNvPicPr>
            <a:picLocks noChangeAspect="1"/>
          </p:cNvPicPr>
          <p:nvPr/>
        </p:nvPicPr>
        <p:blipFill>
          <a:blip r:embed="rId4"/>
          <a:stretch>
            <a:fillRect/>
          </a:stretch>
        </p:blipFill>
        <p:spPr>
          <a:xfrm>
            <a:off x="502920" y="1691640"/>
            <a:ext cx="5760720" cy="2717878"/>
          </a:xfrm>
          <a:prstGeom prst="rect">
            <a:avLst/>
          </a:prstGeom>
          <a:ln w="9525">
            <a:solidFill>
              <a:srgbClr val="002F4A"/>
            </a:solidFill>
          </a:ln>
        </p:spPr>
      </p:pic>
      <p:sp>
        <p:nvSpPr>
          <p:cNvPr id="269" name="TextBox 268"/>
          <p:cNvSpPr txBox="1"/>
          <p:nvPr/>
        </p:nvSpPr>
        <p:spPr>
          <a:xfrm>
            <a:off x="502920" y="4455237"/>
            <a:ext cx="5760720" cy="320040"/>
          </a:xfrm>
          <a:prstGeom prst="rect">
            <a:avLst/>
          </a:prstGeom>
          <a:noFill/>
        </p:spPr>
        <p:txBody>
          <a:bodyPr wrap="square" anchor="t" lIns="91425" rIns="91425"/>
          <a:lstStyle/>
          <a:p>
            <a:pPr marL="0" indent="0" algn="ctr">
              <a:lnSpc>
                <a:spcPct val="100000"/>
              </a:lnSpc>
              <a:spcBef>
                <a:spcPts val="0"/>
              </a:spcBef>
              <a:spcAft>
                <a:spcPts val="0"/>
              </a:spcAft>
              <a:buNone/>
            </a:pPr>
            <a:r>
              <a:rPr lang="en-IN" sz="1200" b="0" i="1"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Schematic in KiCad (sheet 1 of 2)</a:t>
            </a:r>
          </a:p>
        </p:txBody>
      </p:sp>
      <p:pic>
        <p:nvPicPr>
          <p:cNvPr id="270" name="Picture 269" descr="kicad_layout_2d.png"/>
          <p:cNvPicPr>
            <a:picLocks noChangeAspect="1"/>
          </p:cNvPicPr>
          <p:nvPr/>
        </p:nvPicPr>
        <p:blipFill>
          <a:blip r:embed="rId5"/>
          <a:stretch>
            <a:fillRect/>
          </a:stretch>
        </p:blipFill>
        <p:spPr>
          <a:xfrm>
            <a:off x="6583680" y="1691640"/>
            <a:ext cx="5064617" cy="3566160"/>
          </a:xfrm>
          <a:prstGeom prst="rect">
            <a:avLst/>
          </a:prstGeom>
          <a:ln w="9525">
            <a:solidFill>
              <a:srgbClr val="002F4A"/>
            </a:solidFill>
          </a:ln>
        </p:spPr>
      </p:pic>
      <p:sp>
        <p:nvSpPr>
          <p:cNvPr id="271" name="TextBox 270"/>
          <p:cNvSpPr txBox="1"/>
          <p:nvPr/>
        </p:nvSpPr>
        <p:spPr>
          <a:xfrm>
            <a:off x="6583680" y="5303520"/>
            <a:ext cx="5064617" cy="320040"/>
          </a:xfrm>
          <a:prstGeom prst="rect">
            <a:avLst/>
          </a:prstGeom>
          <a:noFill/>
        </p:spPr>
        <p:txBody>
          <a:bodyPr wrap="square" anchor="t" lIns="91425" rIns="91425"/>
          <a:lstStyle/>
          <a:p>
            <a:pPr marL="0" indent="0" algn="ctr">
              <a:lnSpc>
                <a:spcPct val="100000"/>
              </a:lnSpc>
              <a:spcBef>
                <a:spcPts val="0"/>
              </a:spcBef>
              <a:spcAft>
                <a:spcPts val="0"/>
              </a:spcAft>
              <a:buNone/>
            </a:pPr>
            <a:r>
              <a:rPr lang="en-IN" sz="1200" b="0" i="1"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PCB layout in KiCad</a:t>
            </a:r>
          </a:p>
        </p:txBody>
      </p:sp>
      <p:sp>
        <p:nvSpPr>
          <p:cNvPr id="272" name="TextBox 271"/>
          <p:cNvSpPr txBox="1"/>
          <p:nvPr/>
        </p:nvSpPr>
        <p:spPr>
          <a:xfrm>
            <a:off x="548640" y="4846320"/>
            <a:ext cx="5760720" cy="1828800"/>
          </a:xfrm>
          <a:prstGeom prst="rect">
            <a:avLst/>
          </a:prstGeom>
          <a:noFill/>
        </p:spPr>
        <p:txBody>
          <a:bodyPr wrap="square" anchor="t" lIns="91425" rIns="91425"/>
          <a:lstStyle/>
          <a:p>
            <a:pPr marL="274320" indent="-274320" algn="l">
              <a:lnSpc>
                <a:spcPct val="100000"/>
              </a:lnSpc>
              <a:spcBef>
                <a:spcPts val="0"/>
              </a:spcBef>
              <a:spcAft>
                <a:spcPts val="600"/>
              </a:spcAft>
              <a:buClr>
                <a:srgbClr val="002F4A"/>
              </a:buClr>
              <a:buSzPct val="100000"/>
              <a:buFont typeface="Arial"/>
              <a:buChar char="•"/>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Shield for the Arduino Uno, about 114 × 84 mm, two copper layers.</a:t>
            </a:r>
          </a:p>
          <a:p>
            <a:pPr marL="274320" indent="-274320" algn="l">
              <a:lnSpc>
                <a:spcPct val="100000"/>
              </a:lnSpc>
              <a:spcBef>
                <a:spcPts val="0"/>
              </a:spcBef>
              <a:spcAft>
                <a:spcPts val="600"/>
              </a:spcAft>
              <a:buClr>
                <a:srgbClr val="002F4A"/>
              </a:buClr>
              <a:buSzPct val="100000"/>
              <a:buFont typeface="Arial"/>
              <a:buChar char="•"/>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Separate zones: 6 V zone A (right legs + camera servos), 6 V zone B (left legs), 5 V logic and an isolated 5 V camera node.</a:t>
            </a:r>
          </a:p>
          <a:p>
            <a:pPr marL="274320" indent="-274320" algn="l">
              <a:lnSpc>
                <a:spcPct val="100000"/>
              </a:lnSpc>
              <a:spcBef>
                <a:spcPts val="0"/>
              </a:spcBef>
              <a:spcAft>
                <a:spcPts val="600"/>
              </a:spcAft>
              <a:buClr>
                <a:srgbClr val="002F4A"/>
              </a:buClr>
              <a:buSzPct val="100000"/>
              <a:buFont typeface="Arial"/>
              <a:buChar char="•"/>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20 labelled servo sockets, sensor headers and PCA9685 module sockets.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4CABF"/>
        </a:solidFill>
        <a:effectLst/>
      </p:bgPr>
    </p:bg>
    <p:spTree>
      <p:nvGrpSpPr>
        <p:cNvPr id="263" name="Shape 263"/>
        <p:cNvGrpSpPr/>
        <p:nvPr/>
      </p:nvGrpSpPr>
      <p:grpSpPr>
        <a:xfrm>
          <a:off x="0" y="0"/>
          <a:ext cx="0" cy="0"/>
          <a:chOff x="0" y="0"/>
          <a:chExt cx="0" cy="0"/>
        </a:xfrm>
      </p:grpSpPr>
      <p:sp>
        <p:nvSpPr>
          <p:cNvPr id="264" name="Google Shape;264;g3f86c170c19_0_102"/>
          <p:cNvSpPr txBox="1"/>
          <p:nvPr/>
        </p:nvSpPr>
        <p:spPr>
          <a:xfrm>
            <a:off x="6903720" y="1325880"/>
            <a:ext cx="4846320" cy="5120640"/>
          </a:xfrm>
          <a:prstGeom prst="rect">
            <a:avLst/>
          </a:prstGeom>
          <a:noFill/>
          <a:ln>
            <a:noFill/>
          </a:ln>
        </p:spPr>
        <p:txBody>
          <a:bodyPr spcFirstLastPara="1" wrap="square" lIns="91425" tIns="45700" rIns="91425" bIns="45700" anchor="t" anchorCtr="0"/>
          <a:lstStyle/>
          <a:p>
            <a:pPr marL="0" indent="0" algn="l">
              <a:lnSpc>
                <a:spcPct val="100000"/>
              </a:lnSpc>
              <a:spcBef>
                <a:spcPts val="0"/>
              </a:spcBef>
              <a:spcAft>
                <a:spcPts val="400"/>
              </a:spcAft>
              <a:buNone/>
            </a:pPr>
            <a:r>
              <a:rPr lang="en-IN" sz="1800" b="1" i="0" dirty="0">
                <a:solidFill>
                  <a:srgbClr val="002F4A"/>
                </a:solidFill>
                <a:latin typeface="Times New Roman" panose="02020603050405020304"/>
                <a:ea typeface="Times New Roman" panose="02020603050405020304"/>
                <a:cs typeface="Times New Roman" panose="02020603050405020304"/>
                <a:sym typeface="Times New Roman" panose="02020603050405020304"/>
              </a:rPr>
              <a:t xml:space="preserve">Design checks</a:t>
            </a:r>
          </a:p>
          <a:p>
            <a:pPr marL="274320" indent="-274320" algn="l">
              <a:lnSpc>
                <a:spcPct val="100000"/>
              </a:lnSpc>
              <a:spcBef>
                <a:spcPts val="0"/>
              </a:spcBef>
              <a:spcAft>
                <a:spcPts val="400"/>
              </a:spcAft>
              <a:buClr>
                <a:srgbClr val="002F4A"/>
              </a:buClr>
              <a:buSzPct val="100000"/>
              <a:buFont typeface="Arial"/>
              <a:buChar char="•"/>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ERC: 0 errors, 0 warnings.</a:t>
            </a:r>
          </a:p>
          <a:p>
            <a:pPr marL="274320" indent="-274320" algn="l">
              <a:lnSpc>
                <a:spcPct val="100000"/>
              </a:lnSpc>
              <a:spcBef>
                <a:spcPts val="0"/>
              </a:spcBef>
              <a:spcAft>
                <a:spcPts val="400"/>
              </a:spcAft>
              <a:buClr>
                <a:srgbClr val="002F4A"/>
              </a:buClr>
              <a:buSzPct val="100000"/>
              <a:buFont typeface="Arial"/>
              <a:buChar char="•"/>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DRC: 0 unconnected items; remaining markers are silkscreen clearance (printed labels only).</a:t>
            </a:r>
          </a:p>
          <a:p>
            <a:pPr marL="0" indent="0" algn="l">
              <a:lnSpc>
                <a:spcPct val="100000"/>
              </a:lnSpc>
              <a:spcBef>
                <a:spcPts val="0"/>
              </a:spcBef>
              <a:spcAft>
                <a:spcPts val="400"/>
              </a:spcAft>
              <a:buNone/>
            </a:pPr>
            <a:r>
              <a:rPr lang="en-IN" sz="1800" b="1" i="0" dirty="0">
                <a:solidFill>
                  <a:srgbClr val="002F4A"/>
                </a:solidFill>
                <a:latin typeface="Times New Roman" panose="02020603050405020304"/>
                <a:ea typeface="Times New Roman" panose="02020603050405020304"/>
                <a:cs typeface="Times New Roman" panose="02020603050405020304"/>
                <a:sym typeface="Times New Roman" panose="02020603050405020304"/>
              </a:rPr>
              <a:t xml:space="preserve">Gerber files generated (27 Sep 2026)</a:t>
            </a:r>
          </a:p>
          <a:p>
            <a:pPr marL="274320" indent="-274320" algn="l">
              <a:lnSpc>
                <a:spcPct val="100000"/>
              </a:lnSpc>
              <a:spcBef>
                <a:spcPts val="0"/>
              </a:spcBef>
              <a:spcAft>
                <a:spcPts val="400"/>
              </a:spcAft>
              <a:buClr>
                <a:srgbClr val="002F4A"/>
              </a:buClr>
              <a:buSzPct val="100000"/>
              <a:buFont typeface="Arial"/>
              <a:buChar char="•"/>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Front and back copper, solder mask, silkscreen and paste layers.</a:t>
            </a:r>
          </a:p>
          <a:p>
            <a:pPr marL="274320" indent="-274320" algn="l">
              <a:lnSpc>
                <a:spcPct val="100000"/>
              </a:lnSpc>
              <a:spcBef>
                <a:spcPts val="0"/>
              </a:spcBef>
              <a:spcAft>
                <a:spcPts val="400"/>
              </a:spcAft>
              <a:buClr>
                <a:srgbClr val="002F4A"/>
              </a:buClr>
              <a:buSzPct val="100000"/>
              <a:buFont typeface="Arial"/>
              <a:buChar char="•"/>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Board outline (Edge Cuts), PTH and NPTH drill files, Gerber job file.</a:t>
            </a:r>
          </a:p>
          <a:p>
            <a:pPr marL="0" indent="0" algn="l">
              <a:lnSpc>
                <a:spcPct val="100000"/>
              </a:lnSpc>
              <a:spcBef>
                <a:spcPts val="0"/>
              </a:spcBef>
              <a:spcAft>
                <a:spcPts val="400"/>
              </a:spcAft>
              <a:buNone/>
            </a:pPr>
            <a:r>
              <a:rPr lang="en-IN" sz="1800" b="1" i="0" dirty="0">
                <a:solidFill>
                  <a:srgbClr val="002F4A"/>
                </a:solidFill>
                <a:latin typeface="Times New Roman" panose="02020603050405020304"/>
                <a:ea typeface="Times New Roman" panose="02020603050405020304"/>
                <a:cs typeface="Times New Roman" panose="02020603050405020304"/>
                <a:sym typeface="Times New Roman" panose="02020603050405020304"/>
              </a:rPr>
              <a:t xml:space="preserve">Status</a:t>
            </a:r>
          </a:p>
          <a:p>
            <a:pPr marL="0" indent="0" algn="l">
              <a:lnSpc>
                <a:spcPct val="100000"/>
              </a:lnSpc>
              <a:spcBef>
                <a:spcPts val="0"/>
              </a:spcBef>
              <a:spcAft>
                <a:spcPts val="0"/>
              </a:spcAft>
              <a:buNone/>
            </a:pP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PCB design complete and Gerber files ready. </a:t>
            </a:r>
            <a:r>
              <a:rPr lang="en-IN" sz="16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Fabrication / ordering is the next pending step</a:t>
            </a:r>
            <a:r>
              <a:rPr lang="en-IN" sz="16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 — the board has not been manufactured yet.</a:t>
            </a:r>
          </a:p>
        </p:txBody>
      </p:sp>
      <p:sp>
        <p:nvSpPr>
          <p:cNvPr id="265" name="Google Shape;265;g3f86c170c19_0_102"/>
          <p:cNvSpPr txBox="1"/>
          <p:nvPr/>
        </p:nvSpPr>
        <p:spPr>
          <a:xfrm>
            <a:off x="1097280" y="457200"/>
            <a:ext cx="9994392" cy="640080"/>
          </a:xfrm>
          <a:prstGeom prst="rect">
            <a:avLst/>
          </a:prstGeom>
          <a:noFill/>
          <a:ln>
            <a:noFill/>
          </a:ln>
        </p:spPr>
        <p:txBody>
          <a:bodyPr spcFirstLastPara="1" wrap="square" lIns="91425" tIns="45700" rIns="91425" bIns="45700" anchor="ctr" anchorCtr="0"/>
          <a:lstStyle/>
          <a:p>
            <a:pPr marL="0" indent="0" algn="ctr">
              <a:spcBef>
                <a:spcPts val="0"/>
              </a:spcBef>
              <a:spcAft>
                <a:spcPts val="0"/>
              </a:spcAft>
              <a:buNone/>
            </a:pPr>
            <a:r>
              <a:rPr lang="en-IN" sz="2800"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t>CUSTOM PCB DEVELOPMENT (2/2)</a:t>
            </a:r>
          </a:p>
        </p:txBody>
      </p:sp>
      <p:pic>
        <p:nvPicPr>
          <p:cNvPr id="266" name="Google Shape;266;g3f86c170c19_0_102" descr="A picture containing drawing&#10;&#10;Description automatically generated"/>
          <p:cNvPicPr preferRelativeResize="0"/>
          <p:nvPr/>
        </p:nvPicPr>
        <p:blipFill rotWithShape="1">
          <a:blip r:embed="rId1"/>
          <a:srcRect/>
          <a:stretch>
            <a:fillRect/>
          </a:stretch>
        </p:blipFill>
        <p:spPr>
          <a:xfrm>
            <a:off x="11378735" y="8274"/>
            <a:ext cx="799394" cy="769500"/>
          </a:xfrm>
          <a:prstGeom prst="rect">
            <a:avLst/>
          </a:prstGeom>
          <a:noFill/>
          <a:ln>
            <a:noFill/>
          </a:ln>
        </p:spPr>
      </p:pic>
      <p:pic>
        <p:nvPicPr>
          <p:cNvPr id="267" name="Google Shape;267;g3f86c170c19_0_102" descr="A picture containing drawing, food&#10;&#10;Description automatically generated"/>
          <p:cNvPicPr preferRelativeResize="0"/>
          <p:nvPr/>
        </p:nvPicPr>
        <p:blipFill rotWithShape="1">
          <a:blip r:embed="rId2"/>
          <a:srcRect/>
          <a:stretch>
            <a:fillRect/>
          </a:stretch>
        </p:blipFill>
        <p:spPr>
          <a:xfrm>
            <a:off x="34148" y="-2749"/>
            <a:ext cx="878075" cy="769500"/>
          </a:xfrm>
          <a:prstGeom prst="rect">
            <a:avLst/>
          </a:prstGeom>
          <a:noFill/>
          <a:ln>
            <a:noFill/>
          </a:ln>
        </p:spPr>
      </p:pic>
      <p:pic>
        <p:nvPicPr>
          <p:cNvPr id="268" name="Picture 267" descr="kicad_3d_top.png"/>
          <p:cNvPicPr>
            <a:picLocks noChangeAspect="1"/>
          </p:cNvPicPr>
          <p:nvPr/>
        </p:nvPicPr>
        <p:blipFill>
          <a:blip r:embed="rId4"/>
          <a:stretch>
            <a:fillRect/>
          </a:stretch>
        </p:blipFill>
        <p:spPr>
          <a:xfrm>
            <a:off x="502920" y="1280160"/>
            <a:ext cx="6251368" cy="4754880"/>
          </a:xfrm>
          <a:prstGeom prst="rect">
            <a:avLst/>
          </a:prstGeom>
          <a:ln w="9525">
            <a:solidFill>
              <a:srgbClr val="002F4A"/>
            </a:solidFill>
          </a:ln>
        </p:spPr>
      </p:pic>
      <p:sp>
        <p:nvSpPr>
          <p:cNvPr id="269" name="TextBox 268"/>
          <p:cNvSpPr txBox="1"/>
          <p:nvPr/>
        </p:nvSpPr>
        <p:spPr>
          <a:xfrm>
            <a:off x="502920" y="6080759"/>
            <a:ext cx="6251368" cy="320040"/>
          </a:xfrm>
          <a:prstGeom prst="rect">
            <a:avLst/>
          </a:prstGeom>
          <a:noFill/>
        </p:spPr>
        <p:txBody>
          <a:bodyPr wrap="square" anchor="t" lIns="91425" rIns="91425"/>
          <a:lstStyle/>
          <a:p>
            <a:pPr marL="0" indent="0" algn="ctr">
              <a:lnSpc>
                <a:spcPct val="100000"/>
              </a:lnSpc>
              <a:spcBef>
                <a:spcPts val="0"/>
              </a:spcBef>
              <a:spcAft>
                <a:spcPts val="0"/>
              </a:spcAft>
              <a:buNone/>
            </a:pPr>
            <a:r>
              <a:rPr lang="en-IN" sz="1200" b="0" i="1"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3D view of the PCB in KiCad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24CABF"/>
        </a:solidFill>
        <a:effectLst/>
      </p:bgPr>
    </p:bg>
    <p:spTree>
      <p:nvGrpSpPr>
        <p:cNvPr id="263" name="Shape 263"/>
        <p:cNvGrpSpPr/>
        <p:nvPr/>
      </p:nvGrpSpPr>
      <p:grpSpPr>
        <a:xfrm>
          <a:off x="0" y="0"/>
          <a:ext cx="0" cy="0"/>
          <a:chOff x="0" y="0"/>
          <a:chExt cx="0" cy="0"/>
        </a:xfrm>
      </p:grpSpPr>
      <p:sp>
        <p:nvSpPr>
          <p:cNvPr id="265" name="Google Shape;265;g3f86c170c19_0_102"/>
          <p:cNvSpPr txBox="1"/>
          <p:nvPr/>
        </p:nvSpPr>
        <p:spPr>
          <a:xfrm>
            <a:off x="1097280" y="457200"/>
            <a:ext cx="9994392" cy="640080"/>
          </a:xfrm>
          <a:prstGeom prst="rect">
            <a:avLst/>
          </a:prstGeom>
          <a:noFill/>
          <a:ln>
            <a:noFill/>
          </a:ln>
        </p:spPr>
        <p:txBody>
          <a:bodyPr spcFirstLastPara="1" wrap="square" lIns="91425" tIns="45700" rIns="91425" bIns="45700" anchor="ctr" anchorCtr="0"/>
          <a:lstStyle/>
          <a:p>
            <a:pPr marL="0" indent="0" algn="ctr">
              <a:spcBef>
                <a:spcPts val="0"/>
              </a:spcBef>
              <a:spcAft>
                <a:spcPts val="0"/>
              </a:spcAft>
              <a:buNone/>
            </a:pPr>
            <a:r>
              <a:rPr lang="en-IN" sz="2800"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t>CURRENT PROJECT STATUS</a:t>
            </a:r>
          </a:p>
        </p:txBody>
      </p:sp>
      <p:pic>
        <p:nvPicPr>
          <p:cNvPr id="266" name="Google Shape;266;g3f86c170c19_0_102" descr="A picture containing drawing&#10;&#10;Description automatically generated"/>
          <p:cNvPicPr preferRelativeResize="0"/>
          <p:nvPr/>
        </p:nvPicPr>
        <p:blipFill rotWithShape="1">
          <a:blip r:embed="rId1"/>
          <a:srcRect/>
          <a:stretch>
            <a:fillRect/>
          </a:stretch>
        </p:blipFill>
        <p:spPr>
          <a:xfrm>
            <a:off x="11378735" y="8274"/>
            <a:ext cx="799394" cy="769500"/>
          </a:xfrm>
          <a:prstGeom prst="rect">
            <a:avLst/>
          </a:prstGeom>
          <a:noFill/>
          <a:ln>
            <a:noFill/>
          </a:ln>
        </p:spPr>
      </p:pic>
      <p:pic>
        <p:nvPicPr>
          <p:cNvPr id="267" name="Google Shape;267;g3f86c170c19_0_102" descr="A picture containing drawing, food&#10;&#10;Description automatically generated"/>
          <p:cNvPicPr preferRelativeResize="0"/>
          <p:nvPr/>
        </p:nvPicPr>
        <p:blipFill rotWithShape="1">
          <a:blip r:embed="rId2"/>
          <a:srcRect/>
          <a:stretch>
            <a:fillRect/>
          </a:stretch>
        </p:blipFill>
        <p:spPr>
          <a:xfrm>
            <a:off x="34148" y="-2749"/>
            <a:ext cx="878075" cy="769500"/>
          </a:xfrm>
          <a:prstGeom prst="rect">
            <a:avLst/>
          </a:prstGeom>
          <a:noFill/>
          <a:ln>
            <a:noFill/>
          </a:ln>
        </p:spPr>
      </p:pic>
      <p:graphicFrame>
        <p:nvGraphicFramePr>
          <p:cNvPr id="268" name="Table 267"/>
          <p:cNvGraphicFramePr>
            <a:graphicFrameLocks noGrp="1"/>
          </p:cNvGraphicFramePr>
          <p:nvPr/>
        </p:nvGraphicFramePr>
        <p:xfrm>
          <a:off x="548640" y="1325880"/>
          <a:ext cx="6949440" cy="4892040"/>
        </p:xfrm>
        <a:graphic>
          <a:graphicData uri="http://schemas.openxmlformats.org/drawingml/2006/table">
            <a:tbl>
              <a:tblPr firstRow="1" bandRow="1">
                <a:tableStyleId>{6B23DE0B-3846-4328-826E-2A21398C07C0}</a:tableStyleId>
              </a:tblPr>
              <a:tblGrid>
                <a:gridCol w="4480560"/>
                <a:gridCol w="2468880"/>
              </a:tblGrid>
              <a:tr h="502920">
                <a:tc>
                  <a:txBody>
                    <a:bodyPr/>
                    <a:lstStyle/>
                    <a:p>
                      <a:pPr marL="0" indent="0" algn="l">
                        <a:lnSpc>
                          <a:spcPct val="100000"/>
                        </a:lnSpc>
                        <a:spcBef>
                          <a:spcPts val="0"/>
                        </a:spcBef>
                        <a:spcAft>
                          <a:spcPts val="0"/>
                        </a:spcAft>
                        <a:buNone/>
                      </a:pPr>
                      <a:r>
                        <a:rPr lang="en-IN" sz="1700" b="1" i="0"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xml:space="preserve">STAGE</a:t>
                      </a:r>
                    </a:p>
                  </a:txBody>
                  <a:tcPr/>
                </a:tc>
                <a:tc>
                  <a:txBody>
                    <a:bodyPr/>
                    <a:lstStyle/>
                    <a:p>
                      <a:pPr marL="0" indent="0" algn="l">
                        <a:lnSpc>
                          <a:spcPct val="100000"/>
                        </a:lnSpc>
                        <a:spcBef>
                          <a:spcPts val="0"/>
                        </a:spcBef>
                        <a:spcAft>
                          <a:spcPts val="0"/>
                        </a:spcAft>
                        <a:buNone/>
                      </a:pPr>
                      <a:r>
                        <a:rPr lang="en-IN" sz="1700" b="1" i="0"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xml:space="preserve">STATUS</a:t>
                      </a:r>
                    </a:p>
                  </a:txBody>
                  <a:tcPr/>
                </a:tc>
              </a:tr>
              <a:tr h="438912">
                <a:tc>
                  <a:txBody>
                    <a:bodyPr/>
                    <a:lstStyle/>
                    <a:p>
                      <a:pPr marL="0" indent="0" algn="l">
                        <a:lnSpc>
                          <a:spcPct val="100000"/>
                        </a:lnSpc>
                        <a:spcBef>
                          <a:spcPts val="0"/>
                        </a:spcBef>
                        <a:spcAft>
                          <a:spcPts val="0"/>
                        </a:spcAft>
                        <a:buNone/>
                      </a:pPr>
                      <a:r>
                        <a:rPr lang="en-IN" sz="17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Planning &amp; research</a:t>
                      </a:r>
                    </a:p>
                  </a:txBody>
                  <a:tcPr/>
                </a:tc>
                <a:tc>
                  <a:txBody>
                    <a:bodyPr/>
                    <a:lstStyle/>
                    <a:p>
                      <a:pPr marL="0" indent="0" algn="l">
                        <a:lnSpc>
                          <a:spcPct val="100000"/>
                        </a:lnSpc>
                        <a:spcBef>
                          <a:spcPts val="0"/>
                        </a:spcBef>
                        <a:spcAft>
                          <a:spcPts val="0"/>
                        </a:spcAft>
                        <a:buNone/>
                      </a:pPr>
                      <a:r>
                        <a:rPr lang="en-IN" sz="1700" b="1" i="0" dirty="0">
                          <a:solidFill>
                            <a:srgbClr val="1B5E20"/>
                          </a:solidFill>
                          <a:latin typeface="Times New Roman" panose="02020603050405020304"/>
                          <a:ea typeface="Times New Roman" panose="02020603050405020304"/>
                          <a:cs typeface="Times New Roman" panose="02020603050405020304"/>
                          <a:sym typeface="Times New Roman" panose="02020603050405020304"/>
                        </a:rPr>
                        <a:t xml:space="preserve">✓ Completed</a:t>
                      </a:r>
                    </a:p>
                  </a:txBody>
                  <a:tcPr/>
                </a:tc>
              </a:tr>
              <a:tr h="438912">
                <a:tc>
                  <a:txBody>
                    <a:bodyPr/>
                    <a:lstStyle/>
                    <a:p>
                      <a:pPr marL="0" indent="0" algn="l">
                        <a:lnSpc>
                          <a:spcPct val="100000"/>
                        </a:lnSpc>
                        <a:spcBef>
                          <a:spcPts val="0"/>
                        </a:spcBef>
                        <a:spcAft>
                          <a:spcPts val="0"/>
                        </a:spcAft>
                        <a:buNone/>
                      </a:pPr>
                      <a:r>
                        <a:rPr lang="en-IN" sz="17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Component selection &amp; procurement</a:t>
                      </a:r>
                    </a:p>
                  </a:txBody>
                  <a:tcPr/>
                </a:tc>
                <a:tc>
                  <a:txBody>
                    <a:bodyPr/>
                    <a:lstStyle/>
                    <a:p>
                      <a:pPr marL="0" indent="0" algn="l">
                        <a:lnSpc>
                          <a:spcPct val="100000"/>
                        </a:lnSpc>
                        <a:spcBef>
                          <a:spcPts val="0"/>
                        </a:spcBef>
                        <a:spcAft>
                          <a:spcPts val="0"/>
                        </a:spcAft>
                        <a:buNone/>
                      </a:pPr>
                      <a:r>
                        <a:rPr lang="en-IN" sz="1700" b="1" i="0" dirty="0">
                          <a:solidFill>
                            <a:srgbClr val="1B5E20"/>
                          </a:solidFill>
                          <a:latin typeface="Times New Roman" panose="02020603050405020304"/>
                          <a:ea typeface="Times New Roman" panose="02020603050405020304"/>
                          <a:cs typeface="Times New Roman" panose="02020603050405020304"/>
                          <a:sym typeface="Times New Roman" panose="02020603050405020304"/>
                        </a:rPr>
                        <a:t xml:space="preserve">✓ Completed</a:t>
                      </a:r>
                    </a:p>
                  </a:txBody>
                  <a:tcPr/>
                </a:tc>
              </a:tr>
              <a:tr h="438912">
                <a:tc>
                  <a:txBody>
                    <a:bodyPr/>
                    <a:lstStyle/>
                    <a:p>
                      <a:pPr marL="0" indent="0" algn="l">
                        <a:lnSpc>
                          <a:spcPct val="100000"/>
                        </a:lnSpc>
                        <a:spcBef>
                          <a:spcPts val="0"/>
                        </a:spcBef>
                        <a:spcAft>
                          <a:spcPts val="0"/>
                        </a:spcAft>
                        <a:buNone/>
                      </a:pPr>
                      <a:r>
                        <a:rPr lang="en-IN" sz="17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PCB schematic &amp; layout</a:t>
                      </a:r>
                    </a:p>
                  </a:txBody>
                  <a:tcPr/>
                </a:tc>
                <a:tc>
                  <a:txBody>
                    <a:bodyPr/>
                    <a:lstStyle/>
                    <a:p>
                      <a:pPr marL="0" indent="0" algn="l">
                        <a:lnSpc>
                          <a:spcPct val="100000"/>
                        </a:lnSpc>
                        <a:spcBef>
                          <a:spcPts val="0"/>
                        </a:spcBef>
                        <a:spcAft>
                          <a:spcPts val="0"/>
                        </a:spcAft>
                        <a:buNone/>
                      </a:pPr>
                      <a:r>
                        <a:rPr lang="en-IN" sz="1700" b="1" i="0" dirty="0">
                          <a:solidFill>
                            <a:srgbClr val="1B5E20"/>
                          </a:solidFill>
                          <a:latin typeface="Times New Roman" panose="02020603050405020304"/>
                          <a:ea typeface="Times New Roman" panose="02020603050405020304"/>
                          <a:cs typeface="Times New Roman" panose="02020603050405020304"/>
                          <a:sym typeface="Times New Roman" panose="02020603050405020304"/>
                        </a:rPr>
                        <a:t xml:space="preserve">✓ Completed</a:t>
                      </a:r>
                    </a:p>
                  </a:txBody>
                  <a:tcPr/>
                </a:tc>
              </a:tr>
              <a:tr h="438912">
                <a:tc>
                  <a:txBody>
                    <a:bodyPr/>
                    <a:lstStyle/>
                    <a:p>
                      <a:pPr marL="0" indent="0" algn="l">
                        <a:lnSpc>
                          <a:spcPct val="100000"/>
                        </a:lnSpc>
                        <a:spcBef>
                          <a:spcPts val="0"/>
                        </a:spcBef>
                        <a:spcAft>
                          <a:spcPts val="0"/>
                        </a:spcAft>
                        <a:buNone/>
                      </a:pPr>
                      <a:r>
                        <a:rPr lang="en-IN" sz="17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Design checks (ERC / DRC)</a:t>
                      </a:r>
                    </a:p>
                  </a:txBody>
                  <a:tcPr/>
                </a:tc>
                <a:tc>
                  <a:txBody>
                    <a:bodyPr/>
                    <a:lstStyle/>
                    <a:p>
                      <a:pPr marL="0" indent="0" algn="l">
                        <a:lnSpc>
                          <a:spcPct val="100000"/>
                        </a:lnSpc>
                        <a:spcBef>
                          <a:spcPts val="0"/>
                        </a:spcBef>
                        <a:spcAft>
                          <a:spcPts val="0"/>
                        </a:spcAft>
                        <a:buNone/>
                      </a:pPr>
                      <a:r>
                        <a:rPr lang="en-IN" sz="1700" b="1" i="0" dirty="0">
                          <a:solidFill>
                            <a:srgbClr val="1B5E20"/>
                          </a:solidFill>
                          <a:latin typeface="Times New Roman" panose="02020603050405020304"/>
                          <a:ea typeface="Times New Roman" panose="02020603050405020304"/>
                          <a:cs typeface="Times New Roman" panose="02020603050405020304"/>
                          <a:sym typeface="Times New Roman" panose="02020603050405020304"/>
                        </a:rPr>
                        <a:t xml:space="preserve">✓ Completed</a:t>
                      </a:r>
                    </a:p>
                  </a:txBody>
                  <a:tcPr/>
                </a:tc>
              </a:tr>
              <a:tr h="438912">
                <a:tc>
                  <a:txBody>
                    <a:bodyPr/>
                    <a:lstStyle/>
                    <a:p>
                      <a:pPr marL="0" indent="0" algn="l">
                        <a:lnSpc>
                          <a:spcPct val="100000"/>
                        </a:lnSpc>
                        <a:spcBef>
                          <a:spcPts val="0"/>
                        </a:spcBef>
                        <a:spcAft>
                          <a:spcPts val="0"/>
                        </a:spcAft>
                        <a:buNone/>
                      </a:pPr>
                      <a:r>
                        <a:rPr lang="en-IN" sz="17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Gerber file generation</a:t>
                      </a:r>
                    </a:p>
                  </a:txBody>
                  <a:tcPr/>
                </a:tc>
                <a:tc>
                  <a:txBody>
                    <a:bodyPr/>
                    <a:lstStyle/>
                    <a:p>
                      <a:pPr marL="0" indent="0" algn="l">
                        <a:lnSpc>
                          <a:spcPct val="100000"/>
                        </a:lnSpc>
                        <a:spcBef>
                          <a:spcPts val="0"/>
                        </a:spcBef>
                        <a:spcAft>
                          <a:spcPts val="0"/>
                        </a:spcAft>
                        <a:buNone/>
                      </a:pPr>
                      <a:r>
                        <a:rPr lang="en-IN" sz="1700" b="1" i="0" dirty="0">
                          <a:solidFill>
                            <a:srgbClr val="1B5E20"/>
                          </a:solidFill>
                          <a:latin typeface="Times New Roman" panose="02020603050405020304"/>
                          <a:ea typeface="Times New Roman" panose="02020603050405020304"/>
                          <a:cs typeface="Times New Roman" panose="02020603050405020304"/>
                          <a:sym typeface="Times New Roman" panose="02020603050405020304"/>
                        </a:rPr>
                        <a:t xml:space="preserve">✓ Completed</a:t>
                      </a:r>
                    </a:p>
                  </a:txBody>
                  <a:tcPr/>
                </a:tc>
              </a:tr>
              <a:tr h="438912">
                <a:tc>
                  <a:txBody>
                    <a:bodyPr/>
                    <a:lstStyle/>
                    <a:p>
                      <a:pPr marL="0" indent="0" algn="l">
                        <a:lnSpc>
                          <a:spcPct val="100000"/>
                        </a:lnSpc>
                        <a:spcBef>
                          <a:spcPts val="0"/>
                        </a:spcBef>
                        <a:spcAft>
                          <a:spcPts val="0"/>
                        </a:spcAft>
                        <a:buNone/>
                      </a:pPr>
                      <a:r>
                        <a:rPr lang="en-IN" sz="17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PCB ordering / fabrication</a:t>
                      </a:r>
                    </a:p>
                  </a:txBody>
                  <a:tcPr/>
                </a:tc>
                <a:tc>
                  <a:txBody>
                    <a:bodyPr/>
                    <a:lstStyle/>
                    <a:p>
                      <a:pPr marL="0" indent="0" algn="l">
                        <a:lnSpc>
                          <a:spcPct val="100000"/>
                        </a:lnSpc>
                        <a:spcBef>
                          <a:spcPts val="0"/>
                        </a:spcBef>
                        <a:spcAft>
                          <a:spcPts val="0"/>
                        </a:spcAft>
                        <a:buNone/>
                      </a:pPr>
                      <a:r>
                        <a:rPr lang="en-IN" sz="1700" b="1" i="0" dirty="0">
                          <a:solidFill>
                            <a:srgbClr val="9A3412"/>
                          </a:solidFill>
                          <a:latin typeface="Times New Roman" panose="02020603050405020304"/>
                          <a:ea typeface="Times New Roman" panose="02020603050405020304"/>
                          <a:cs typeface="Times New Roman" panose="02020603050405020304"/>
                          <a:sym typeface="Times New Roman" panose="02020603050405020304"/>
                        </a:rPr>
                        <a:t xml:space="preserve">Pending — next step</a:t>
                      </a:r>
                    </a:p>
                  </a:txBody>
                  <a:tcPr/>
                </a:tc>
              </a:tr>
              <a:tr h="438912">
                <a:tc>
                  <a:txBody>
                    <a:bodyPr/>
                    <a:lstStyle/>
                    <a:p>
                      <a:pPr marL="0" indent="0" algn="l">
                        <a:lnSpc>
                          <a:spcPct val="100000"/>
                        </a:lnSpc>
                        <a:spcBef>
                          <a:spcPts val="0"/>
                        </a:spcBef>
                        <a:spcAft>
                          <a:spcPts val="0"/>
                        </a:spcAft>
                        <a:buNone/>
                      </a:pPr>
                      <a:r>
                        <a:rPr lang="en-IN" sz="17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3D printing of mechanical parts</a:t>
                      </a:r>
                    </a:p>
                  </a:txBody>
                  <a:tcPr/>
                </a:tc>
                <a:tc>
                  <a:txBody>
                    <a:bodyPr/>
                    <a:lstStyle/>
                    <a:p>
                      <a:pPr marL="0" indent="0" algn="l">
                        <a:lnSpc>
                          <a:spcPct val="100000"/>
                        </a:lnSpc>
                        <a:spcBef>
                          <a:spcPts val="0"/>
                        </a:spcBef>
                        <a:spcAft>
                          <a:spcPts val="0"/>
                        </a:spcAft>
                        <a:buNone/>
                      </a:pPr>
                      <a:r>
                        <a:rPr lang="en-IN" sz="1700" b="1" i="0" dirty="0">
                          <a:solidFill>
                            <a:srgbClr val="9A3412"/>
                          </a:solidFill>
                          <a:latin typeface="Times New Roman" panose="02020603050405020304"/>
                          <a:ea typeface="Times New Roman" panose="02020603050405020304"/>
                          <a:cs typeface="Times New Roman" panose="02020603050405020304"/>
                          <a:sym typeface="Times New Roman" panose="02020603050405020304"/>
                        </a:rPr>
                        <a:t xml:space="preserve">Next</a:t>
                      </a:r>
                    </a:p>
                  </a:txBody>
                  <a:tcPr/>
                </a:tc>
              </a:tr>
              <a:tr h="438912">
                <a:tc>
                  <a:txBody>
                    <a:bodyPr/>
                    <a:lstStyle/>
                    <a:p>
                      <a:pPr marL="0" indent="0" algn="l">
                        <a:lnSpc>
                          <a:spcPct val="100000"/>
                        </a:lnSpc>
                        <a:spcBef>
                          <a:spcPts val="0"/>
                        </a:spcBef>
                        <a:spcAft>
                          <a:spcPts val="0"/>
                        </a:spcAft>
                        <a:buNone/>
                      </a:pPr>
                      <a:r>
                        <a:rPr lang="en-IN" sz="17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Mechanical assembly &amp; PCB installation</a:t>
                      </a:r>
                    </a:p>
                  </a:txBody>
                  <a:tcPr/>
                </a:tc>
                <a:tc>
                  <a:txBody>
                    <a:bodyPr/>
                    <a:lstStyle/>
                    <a:p>
                      <a:pPr marL="0" indent="0" algn="l">
                        <a:lnSpc>
                          <a:spcPct val="100000"/>
                        </a:lnSpc>
                        <a:spcBef>
                          <a:spcPts val="0"/>
                        </a:spcBef>
                        <a:spcAft>
                          <a:spcPts val="0"/>
                        </a:spcAft>
                        <a:buNone/>
                      </a:pPr>
                      <a:r>
                        <a:rPr lang="en-IN" sz="1700" b="1" i="0" dirty="0">
                          <a:solidFill>
                            <a:srgbClr val="37474F"/>
                          </a:solidFill>
                          <a:latin typeface="Times New Roman" panose="02020603050405020304"/>
                          <a:ea typeface="Times New Roman" panose="02020603050405020304"/>
                          <a:cs typeface="Times New Roman" panose="02020603050405020304"/>
                          <a:sym typeface="Times New Roman" panose="02020603050405020304"/>
                        </a:rPr>
                        <a:t xml:space="preserve">Planned</a:t>
                      </a:r>
                    </a:p>
                  </a:txBody>
                  <a:tcPr/>
                </a:tc>
              </a:tr>
              <a:tr h="438912">
                <a:tc>
                  <a:txBody>
                    <a:bodyPr/>
                    <a:lstStyle/>
                    <a:p>
                      <a:pPr marL="0" indent="0" algn="l">
                        <a:lnSpc>
                          <a:spcPct val="100000"/>
                        </a:lnSpc>
                        <a:spcBef>
                          <a:spcPts val="0"/>
                        </a:spcBef>
                        <a:spcAft>
                          <a:spcPts val="0"/>
                        </a:spcAft>
                        <a:buNone/>
                      </a:pPr>
                      <a:r>
                        <a:rPr lang="en-IN" sz="17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Electronics, sensor &amp; camera integration</a:t>
                      </a:r>
                    </a:p>
                  </a:txBody>
                  <a:tcPr/>
                </a:tc>
                <a:tc>
                  <a:txBody>
                    <a:bodyPr/>
                    <a:lstStyle/>
                    <a:p>
                      <a:pPr marL="0" indent="0" algn="l">
                        <a:lnSpc>
                          <a:spcPct val="100000"/>
                        </a:lnSpc>
                        <a:spcBef>
                          <a:spcPts val="0"/>
                        </a:spcBef>
                        <a:spcAft>
                          <a:spcPts val="0"/>
                        </a:spcAft>
                        <a:buNone/>
                      </a:pPr>
                      <a:r>
                        <a:rPr lang="en-IN" sz="1700" b="1" i="0" dirty="0">
                          <a:solidFill>
                            <a:srgbClr val="37474F"/>
                          </a:solidFill>
                          <a:latin typeface="Times New Roman" panose="02020603050405020304"/>
                          <a:ea typeface="Times New Roman" panose="02020603050405020304"/>
                          <a:cs typeface="Times New Roman" panose="02020603050405020304"/>
                          <a:sym typeface="Times New Roman" panose="02020603050405020304"/>
                        </a:rPr>
                        <a:t xml:space="preserve">Planned</a:t>
                      </a:r>
                    </a:p>
                  </a:txBody>
                  <a:tcPr/>
                </a:tc>
              </a:tr>
              <a:tr h="438912">
                <a:tc>
                  <a:txBody>
                    <a:bodyPr/>
                    <a:lstStyle/>
                    <a:p>
                      <a:pPr marL="0" indent="0" algn="l">
                        <a:lnSpc>
                          <a:spcPct val="100000"/>
                        </a:lnSpc>
                        <a:spcBef>
                          <a:spcPts val="0"/>
                        </a:spcBef>
                        <a:spcAft>
                          <a:spcPts val="0"/>
                        </a:spcAft>
                        <a:buNone/>
                      </a:pPr>
                      <a:r>
                        <a:rPr lang="en-IN" sz="17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Programming, calibration &amp; testing</a:t>
                      </a:r>
                    </a:p>
                  </a:txBody>
                  <a:tcPr/>
                </a:tc>
                <a:tc>
                  <a:txBody>
                    <a:bodyPr/>
                    <a:lstStyle/>
                    <a:p>
                      <a:pPr marL="0" indent="0" algn="l">
                        <a:lnSpc>
                          <a:spcPct val="100000"/>
                        </a:lnSpc>
                        <a:spcBef>
                          <a:spcPts val="0"/>
                        </a:spcBef>
                        <a:spcAft>
                          <a:spcPts val="0"/>
                        </a:spcAft>
                        <a:buNone/>
                      </a:pPr>
                      <a:r>
                        <a:rPr lang="en-IN" sz="1700" b="1" i="0" dirty="0">
                          <a:solidFill>
                            <a:srgbClr val="37474F"/>
                          </a:solidFill>
                          <a:latin typeface="Times New Roman" panose="02020603050405020304"/>
                          <a:ea typeface="Times New Roman" panose="02020603050405020304"/>
                          <a:cs typeface="Times New Roman" panose="02020603050405020304"/>
                          <a:sym typeface="Times New Roman" panose="02020603050405020304"/>
                        </a:rPr>
                        <a:t xml:space="preserve">Planned</a:t>
                      </a:r>
                    </a:p>
                  </a:txBody>
                  <a:tcPr/>
                </a:tc>
              </a:tr>
            </a:tbl>
          </a:graphicData>
        </a:graphic>
      </p:graphicFrame>
      <p:pic>
        <p:nvPicPr>
          <p:cNvPr id="269" name="Picture 268" descr="11.png"/>
          <p:cNvPicPr>
            <a:picLocks noChangeAspect="1"/>
          </p:cNvPicPr>
          <p:nvPr/>
        </p:nvPicPr>
        <p:blipFill>
          <a:blip r:embed="rId4"/>
          <a:stretch>
            <a:fillRect/>
          </a:stretch>
        </p:blipFill>
        <p:spPr>
          <a:xfrm>
            <a:off x="7680960" y="2011680"/>
            <a:ext cx="4069080" cy="3368444"/>
          </a:xfrm>
          <a:prstGeom prst="rect">
            <a:avLst/>
          </a:prstGeom>
          <a:ln w="9525">
            <a:solidFill>
              <a:srgbClr val="002F4A"/>
            </a:solidFill>
          </a:ln>
        </p:spPr>
      </p:pic>
      <p:sp>
        <p:nvSpPr>
          <p:cNvPr id="270" name="TextBox 269"/>
          <p:cNvSpPr txBox="1"/>
          <p:nvPr/>
        </p:nvSpPr>
        <p:spPr>
          <a:xfrm>
            <a:off x="7680960" y="5425844"/>
            <a:ext cx="4069080" cy="320040"/>
          </a:xfrm>
          <a:prstGeom prst="rect">
            <a:avLst/>
          </a:prstGeom>
          <a:noFill/>
        </p:spPr>
        <p:txBody>
          <a:bodyPr wrap="square" anchor="t" lIns="91425" rIns="91425"/>
          <a:lstStyle/>
          <a:p>
            <a:pPr marL="0" indent="0" algn="ctr">
              <a:lnSpc>
                <a:spcPct val="100000"/>
              </a:lnSpc>
              <a:spcBef>
                <a:spcPts val="0"/>
              </a:spcBef>
              <a:spcAft>
                <a:spcPts val="0"/>
              </a:spcAft>
              <a:buNone/>
            </a:pPr>
            <a:r>
              <a:rPr lang="en-IN" sz="1200" b="0" i="1"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PCB design — ready for fabrication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24CABF"/>
        </a:solidFill>
        <a:effectLst/>
      </p:bgPr>
    </p:bg>
    <p:spTree>
      <p:nvGrpSpPr>
        <p:cNvPr id="334" name="Shape 334"/>
        <p:cNvGrpSpPr/>
        <p:nvPr/>
      </p:nvGrpSpPr>
      <p:grpSpPr>
        <a:xfrm>
          <a:off x="0" y="0"/>
          <a:ext cx="0" cy="0"/>
          <a:chOff x="0" y="0"/>
          <a:chExt cx="0" cy="0"/>
        </a:xfrm>
      </p:grpSpPr>
      <p:sp>
        <p:nvSpPr>
          <p:cNvPr id="335" name="Google Shape;335;p11"/>
          <p:cNvSpPr txBox="1"/>
          <p:nvPr/>
        </p:nvSpPr>
        <p:spPr>
          <a:xfrm>
            <a:off x="1097280" y="457200"/>
            <a:ext cx="9994392" cy="640080"/>
          </a:xfrm>
          <a:prstGeom prst="rect">
            <a:avLst/>
          </a:prstGeom>
          <a:noFill/>
          <a:ln>
            <a:noFill/>
          </a:ln>
        </p:spPr>
        <p:txBody>
          <a:bodyPr spcFirstLastPara="1" wrap="square" lIns="91425" tIns="45700" rIns="91425" bIns="45700" anchor="ctr" anchorCtr="0"/>
          <a:lstStyle/>
          <a:p>
            <a:pPr marL="0" indent="0" algn="ctr">
              <a:spcBef>
                <a:spcPts val="0"/>
              </a:spcBef>
              <a:spcAft>
                <a:spcPts val="0"/>
              </a:spcAft>
              <a:buNone/>
            </a:pPr>
            <a:r>
              <a:rPr lang="en-IN" sz="2800"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t>FUTURE PLAN OF ACTION</a:t>
            </a:r>
          </a:p>
        </p:txBody>
      </p:sp>
      <p:graphicFrame>
        <p:nvGraphicFramePr>
          <p:cNvPr id="336" name="Google Shape;336;p11"/>
          <p:cNvGraphicFramePr/>
          <p:nvPr/>
        </p:nvGraphicFramePr>
        <p:xfrm>
          <a:off x="685800" y="1371600"/>
          <a:ext cx="10789920" cy="3968496"/>
        </p:xfrm>
        <a:graphic>
          <a:graphicData uri="http://schemas.openxmlformats.org/drawingml/2006/table">
            <a:tbl>
              <a:tblPr firstRow="1" bandRow="1">
                <a:noFill/>
                <a:tableStyleId>{6B23DE0B-3846-4328-826E-2A21398C07C0}</a:tableStyleId>
              </a:tblPr>
              <a:tblGrid>
                <a:gridCol w="1005840"/>
                <a:gridCol w="7863840"/>
                <a:gridCol w="1920240"/>
              </a:tblGrid>
              <a:tr h="566928">
                <a:tc>
                  <a:txBody>
                    <a:bodyPr/>
                    <a:lstStyle/>
                    <a:p>
                      <a:pPr marL="0" indent="0" algn="l">
                        <a:lnSpc>
                          <a:spcPct val="100000"/>
                        </a:lnSpc>
                        <a:spcBef>
                          <a:spcPts val="0"/>
                        </a:spcBef>
                        <a:spcAft>
                          <a:spcPts val="0"/>
                        </a:spcAft>
                        <a:buNone/>
                      </a:pPr>
                      <a:r>
                        <a:rPr lang="en-IN" sz="1800" b="1" i="0"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xml:space="preserve">Month</a:t>
                      </a:r>
                    </a:p>
                  </a:txBody>
                  <a:tcPr marL="91450" marR="91450" marT="45725" marB="45725"/>
                </a:tc>
                <a:tc>
                  <a:txBody>
                    <a:bodyPr/>
                    <a:lstStyle/>
                    <a:p>
                      <a:pPr marL="0" indent="0" algn="l">
                        <a:lnSpc>
                          <a:spcPct val="100000"/>
                        </a:lnSpc>
                        <a:spcBef>
                          <a:spcPts val="0"/>
                        </a:spcBef>
                        <a:spcAft>
                          <a:spcPts val="0"/>
                        </a:spcAft>
                        <a:buNone/>
                      </a:pPr>
                      <a:r>
                        <a:rPr lang="en-IN" sz="1800" b="1" i="0"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xml:space="preserve">Activity</a:t>
                      </a:r>
                    </a:p>
                  </a:txBody>
                  <a:tcPr marL="91450" marR="91450" marT="45725" marB="45725"/>
                </a:tc>
                <a:tc>
                  <a:txBody>
                    <a:bodyPr/>
                    <a:lstStyle/>
                    <a:p>
                      <a:pPr marL="0" indent="0" algn="l">
                        <a:lnSpc>
                          <a:spcPct val="100000"/>
                        </a:lnSpc>
                        <a:spcBef>
                          <a:spcPts val="0"/>
                        </a:spcBef>
                        <a:spcAft>
                          <a:spcPts val="0"/>
                        </a:spcAft>
                        <a:buNone/>
                      </a:pPr>
                      <a:r>
                        <a:rPr lang="en-IN" sz="1800" b="1" i="0"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xml:space="preserve">Status</a:t>
                      </a:r>
                    </a:p>
                  </a:txBody>
                  <a:tcPr marL="91450" marR="91450" marT="45725" marB="45725"/>
                </a:tc>
              </a:tr>
              <a:tr h="566928">
                <a:tc>
                  <a:txBody>
                    <a:bodyPr/>
                    <a:lstStyle/>
                    <a:p>
                      <a:pPr marL="0" indent="0" algn="l">
                        <a:lnSpc>
                          <a:spcPct val="100000"/>
                        </a:lnSpc>
                        <a:spcBef>
                          <a:spcPts val="0"/>
                        </a:spcBef>
                        <a:spcAft>
                          <a:spcPts val="0"/>
                        </a:spcAft>
                        <a:buNone/>
                      </a:pPr>
                      <a:r>
                        <a:rPr lang="en-IN" sz="18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AUG</a:t>
                      </a:r>
                    </a:p>
                  </a:txBody>
                  <a:tcPr marL="91450" marR="91450" marT="45725" marB="45725"/>
                </a:tc>
                <a:tc>
                  <a:txBody>
                    <a:bodyPr/>
                    <a:lstStyle/>
                    <a:p>
                      <a:pPr marL="0" indent="0" algn="l">
                        <a:lnSpc>
                          <a:spcPct val="100000"/>
                        </a:lnSpc>
                        <a:spcBef>
                          <a:spcPts val="0"/>
                        </a:spcBef>
                        <a:spcAft>
                          <a:spcPts val="0"/>
                        </a:spcAft>
                        <a:buNone/>
                      </a:pPr>
                      <a:r>
                        <a:rPr lang="en-IN" sz="18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Literature review, base-paper study and architecture finalisation</a:t>
                      </a:r>
                    </a:p>
                  </a:txBody>
                  <a:tcPr marL="91450" marR="91450" marT="45725" marB="45725"/>
                </a:tc>
                <a:tc>
                  <a:txBody>
                    <a:bodyPr/>
                    <a:lstStyle/>
                    <a:p>
                      <a:pPr marL="0" indent="0" algn="l">
                        <a:lnSpc>
                          <a:spcPct val="100000"/>
                        </a:lnSpc>
                        <a:spcBef>
                          <a:spcPts val="0"/>
                        </a:spcBef>
                        <a:spcAft>
                          <a:spcPts val="0"/>
                        </a:spcAft>
                        <a:buNone/>
                      </a:pPr>
                      <a:r>
                        <a:rPr lang="en-IN" sz="1800" b="1" i="0" dirty="0">
                          <a:solidFill>
                            <a:srgbClr val="1B5E20"/>
                          </a:solidFill>
                          <a:latin typeface="Times New Roman" panose="02020603050405020304"/>
                          <a:ea typeface="Times New Roman" panose="02020603050405020304"/>
                          <a:cs typeface="Times New Roman" panose="02020603050405020304"/>
                          <a:sym typeface="Times New Roman" panose="02020603050405020304"/>
                        </a:rPr>
                        <a:t xml:space="preserve">Completed</a:t>
                      </a:r>
                    </a:p>
                  </a:txBody>
                  <a:tcPr marL="91450" marR="91450" marT="45725" marB="45725"/>
                </a:tc>
              </a:tr>
              <a:tr h="566928">
                <a:tc>
                  <a:txBody>
                    <a:bodyPr/>
                    <a:lstStyle/>
                    <a:p>
                      <a:pPr marL="0" indent="0" algn="l">
                        <a:lnSpc>
                          <a:spcPct val="100000"/>
                        </a:lnSpc>
                        <a:spcBef>
                          <a:spcPts val="0"/>
                        </a:spcBef>
                        <a:spcAft>
                          <a:spcPts val="0"/>
                        </a:spcAft>
                        <a:buNone/>
                      </a:pPr>
                      <a:r>
                        <a:rPr lang="en-IN" sz="18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SEP</a:t>
                      </a:r>
                    </a:p>
                  </a:txBody>
                  <a:tcPr marL="91450" marR="91450" marT="45725" marB="45725"/>
                </a:tc>
                <a:tc>
                  <a:txBody>
                    <a:bodyPr/>
                    <a:lstStyle/>
                    <a:p>
                      <a:pPr marL="0" indent="0" algn="l">
                        <a:lnSpc>
                          <a:spcPct val="100000"/>
                        </a:lnSpc>
                        <a:spcBef>
                          <a:spcPts val="0"/>
                        </a:spcBef>
                        <a:spcAft>
                          <a:spcPts val="0"/>
                        </a:spcAft>
                        <a:buNone/>
                      </a:pPr>
                      <a:r>
                        <a:rPr lang="en-IN" sz="18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Component procurement; PCB schematic, layout, design checks and Gerber generation</a:t>
                      </a:r>
                    </a:p>
                  </a:txBody>
                  <a:tcPr marL="91450" marR="91450" marT="45725" marB="45725"/>
                </a:tc>
                <a:tc>
                  <a:txBody>
                    <a:bodyPr/>
                    <a:lstStyle/>
                    <a:p>
                      <a:pPr marL="0" indent="0" algn="l">
                        <a:lnSpc>
                          <a:spcPct val="100000"/>
                        </a:lnSpc>
                        <a:spcBef>
                          <a:spcPts val="0"/>
                        </a:spcBef>
                        <a:spcAft>
                          <a:spcPts val="0"/>
                        </a:spcAft>
                        <a:buNone/>
                      </a:pPr>
                      <a:r>
                        <a:rPr lang="en-IN" sz="1800" b="1" i="0" dirty="0">
                          <a:solidFill>
                            <a:srgbClr val="1B5E20"/>
                          </a:solidFill>
                          <a:latin typeface="Times New Roman" panose="02020603050405020304"/>
                          <a:ea typeface="Times New Roman" panose="02020603050405020304"/>
                          <a:cs typeface="Times New Roman" panose="02020603050405020304"/>
                          <a:sym typeface="Times New Roman" panose="02020603050405020304"/>
                        </a:rPr>
                        <a:t xml:space="preserve">Completed</a:t>
                      </a:r>
                    </a:p>
                  </a:txBody>
                  <a:tcPr marL="91450" marR="91450" marT="45725" marB="45725"/>
                </a:tc>
              </a:tr>
              <a:tr h="566928">
                <a:tc>
                  <a:txBody>
                    <a:bodyPr/>
                    <a:lstStyle/>
                    <a:p>
                      <a:pPr marL="0" indent="0" algn="l">
                        <a:lnSpc>
                          <a:spcPct val="100000"/>
                        </a:lnSpc>
                        <a:spcBef>
                          <a:spcPts val="0"/>
                        </a:spcBef>
                        <a:spcAft>
                          <a:spcPts val="0"/>
                        </a:spcAft>
                        <a:buNone/>
                      </a:pPr>
                      <a:r>
                        <a:rPr lang="en-IN" sz="18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OCT</a:t>
                      </a:r>
                    </a:p>
                  </a:txBody>
                  <a:tcPr marL="91450" marR="91450" marT="45725" marB="45725"/>
                </a:tc>
                <a:tc>
                  <a:txBody>
                    <a:bodyPr/>
                    <a:lstStyle/>
                    <a:p>
                      <a:pPr marL="0" indent="0" algn="l">
                        <a:lnSpc>
                          <a:spcPct val="100000"/>
                        </a:lnSpc>
                        <a:spcBef>
                          <a:spcPts val="0"/>
                        </a:spcBef>
                        <a:spcAft>
                          <a:spcPts val="0"/>
                        </a:spcAft>
                        <a:buNone/>
                      </a:pPr>
                      <a:r>
                        <a:rPr lang="en-IN" sz="18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Order and fabricate the PCB; start 3D printing of legs and body parts</a:t>
                      </a:r>
                    </a:p>
                  </a:txBody>
                  <a:tcPr marL="91450" marR="91450" marT="45725" marB="45725"/>
                </a:tc>
                <a:tc>
                  <a:txBody>
                    <a:bodyPr/>
                    <a:lstStyle/>
                    <a:p>
                      <a:pPr marL="0" indent="0" algn="l">
                        <a:lnSpc>
                          <a:spcPct val="100000"/>
                        </a:lnSpc>
                        <a:spcBef>
                          <a:spcPts val="0"/>
                        </a:spcBef>
                        <a:spcAft>
                          <a:spcPts val="0"/>
                        </a:spcAft>
                        <a:buNone/>
                      </a:pPr>
                      <a:r>
                        <a:rPr lang="en-IN" sz="1800" b="1" i="0" dirty="0">
                          <a:solidFill>
                            <a:srgbClr val="9A3412"/>
                          </a:solidFill>
                          <a:latin typeface="Times New Roman" panose="02020603050405020304"/>
                          <a:ea typeface="Times New Roman" panose="02020603050405020304"/>
                          <a:cs typeface="Times New Roman" panose="02020603050405020304"/>
                          <a:sym typeface="Times New Roman" panose="02020603050405020304"/>
                        </a:rPr>
                        <a:t xml:space="preserve">To be done</a:t>
                      </a:r>
                    </a:p>
                  </a:txBody>
                  <a:tcPr marL="91450" marR="91450" marT="45725" marB="45725"/>
                </a:tc>
              </a:tr>
              <a:tr h="566928">
                <a:tc>
                  <a:txBody>
                    <a:bodyPr/>
                    <a:lstStyle/>
                    <a:p>
                      <a:pPr marL="0" indent="0" algn="l">
                        <a:lnSpc>
                          <a:spcPct val="100000"/>
                        </a:lnSpc>
                        <a:spcBef>
                          <a:spcPts val="0"/>
                        </a:spcBef>
                        <a:spcAft>
                          <a:spcPts val="0"/>
                        </a:spcAft>
                        <a:buNone/>
                      </a:pPr>
                      <a:r>
                        <a:rPr lang="en-IN" sz="18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NOV</a:t>
                      </a:r>
                    </a:p>
                  </a:txBody>
                  <a:tcPr marL="91450" marR="91450" marT="45725" marB="45725"/>
                </a:tc>
                <a:tc>
                  <a:txBody>
                    <a:bodyPr/>
                    <a:lstStyle/>
                    <a:p>
                      <a:pPr marL="0" indent="0" algn="l">
                        <a:lnSpc>
                          <a:spcPct val="100000"/>
                        </a:lnSpc>
                        <a:spcBef>
                          <a:spcPts val="0"/>
                        </a:spcBef>
                        <a:spcAft>
                          <a:spcPts val="0"/>
                        </a:spcAft>
                        <a:buNone/>
                      </a:pPr>
                      <a:r>
                        <a:rPr lang="en-IN" sz="18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Assemble the mechanical structure; mount servos and electronics; install the PCB</a:t>
                      </a:r>
                    </a:p>
                  </a:txBody>
                  <a:tcPr marL="91450" marR="91450" marT="45725" marB="45725"/>
                </a:tc>
                <a:tc>
                  <a:txBody>
                    <a:bodyPr/>
                    <a:lstStyle/>
                    <a:p>
                      <a:pPr marL="0" indent="0" algn="l">
                        <a:lnSpc>
                          <a:spcPct val="100000"/>
                        </a:lnSpc>
                        <a:spcBef>
                          <a:spcPts val="0"/>
                        </a:spcBef>
                        <a:spcAft>
                          <a:spcPts val="0"/>
                        </a:spcAft>
                        <a:buNone/>
                      </a:pPr>
                      <a:r>
                        <a:rPr lang="en-IN" sz="1800" b="1" i="0" dirty="0">
                          <a:solidFill>
                            <a:srgbClr val="9A3412"/>
                          </a:solidFill>
                          <a:latin typeface="Times New Roman" panose="02020603050405020304"/>
                          <a:ea typeface="Times New Roman" panose="02020603050405020304"/>
                          <a:cs typeface="Times New Roman" panose="02020603050405020304"/>
                          <a:sym typeface="Times New Roman" panose="02020603050405020304"/>
                        </a:rPr>
                        <a:t xml:space="preserve">To be done</a:t>
                      </a:r>
                    </a:p>
                  </a:txBody>
                  <a:tcPr marL="91450" marR="91450" marT="45725" marB="45725"/>
                </a:tc>
              </a:tr>
              <a:tr h="566928">
                <a:tc>
                  <a:txBody>
                    <a:bodyPr/>
                    <a:lstStyle/>
                    <a:p>
                      <a:pPr marL="0" indent="0" algn="l">
                        <a:lnSpc>
                          <a:spcPct val="100000"/>
                        </a:lnSpc>
                        <a:spcBef>
                          <a:spcPts val="0"/>
                        </a:spcBef>
                        <a:spcAft>
                          <a:spcPts val="0"/>
                        </a:spcAft>
                        <a:buNone/>
                      </a:pPr>
                      <a:r>
                        <a:rPr lang="en-IN" sz="18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DEC</a:t>
                      </a:r>
                    </a:p>
                  </a:txBody>
                  <a:tcPr marL="91450" marR="91450" marT="45725" marB="45725"/>
                </a:tc>
                <a:tc>
                  <a:txBody>
                    <a:bodyPr/>
                    <a:lstStyle/>
                    <a:p>
                      <a:pPr marL="0" indent="0" algn="l">
                        <a:lnSpc>
                          <a:spcPct val="100000"/>
                        </a:lnSpc>
                        <a:spcBef>
                          <a:spcPts val="0"/>
                        </a:spcBef>
                        <a:spcAft>
                          <a:spcPts val="0"/>
                        </a:spcAft>
                        <a:buNone/>
                      </a:pPr>
                      <a:r>
                        <a:rPr lang="en-IN" sz="18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Integrate sensors and ESP32-CAM; develop gait control; calibrate the system</a:t>
                      </a:r>
                    </a:p>
                  </a:txBody>
                  <a:tcPr marL="91450" marR="91450" marT="45725" marB="45725"/>
                </a:tc>
                <a:tc>
                  <a:txBody>
                    <a:bodyPr/>
                    <a:lstStyle/>
                    <a:p>
                      <a:pPr marL="0" indent="0" algn="l">
                        <a:lnSpc>
                          <a:spcPct val="100000"/>
                        </a:lnSpc>
                        <a:spcBef>
                          <a:spcPts val="0"/>
                        </a:spcBef>
                        <a:spcAft>
                          <a:spcPts val="0"/>
                        </a:spcAft>
                        <a:buNone/>
                      </a:pPr>
                      <a:r>
                        <a:rPr lang="en-IN" sz="1800" b="1" i="0" dirty="0">
                          <a:solidFill>
                            <a:srgbClr val="9A3412"/>
                          </a:solidFill>
                          <a:latin typeface="Times New Roman" panose="02020603050405020304"/>
                          <a:ea typeface="Times New Roman" panose="02020603050405020304"/>
                          <a:cs typeface="Times New Roman" panose="02020603050405020304"/>
                          <a:sym typeface="Times New Roman" panose="02020603050405020304"/>
                        </a:rPr>
                        <a:t xml:space="preserve">To be done</a:t>
                      </a:r>
                    </a:p>
                  </a:txBody>
                  <a:tcPr marL="91450" marR="91450" marT="45725" marB="45725"/>
                </a:tc>
              </a:tr>
              <a:tr h="566928">
                <a:tc>
                  <a:txBody>
                    <a:bodyPr/>
                    <a:lstStyle/>
                    <a:p>
                      <a:pPr marL="0" indent="0" algn="l">
                        <a:lnSpc>
                          <a:spcPct val="100000"/>
                        </a:lnSpc>
                        <a:spcBef>
                          <a:spcPts val="0"/>
                        </a:spcBef>
                        <a:spcAft>
                          <a:spcPts val="0"/>
                        </a:spcAft>
                        <a:buNone/>
                      </a:pPr>
                      <a:r>
                        <a:rPr lang="en-IN" sz="1800" b="1"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JAN</a:t>
                      </a:r>
                    </a:p>
                  </a:txBody>
                  <a:tcPr marL="91450" marR="91450" marT="45725" marB="45725"/>
                </a:tc>
                <a:tc>
                  <a:txBody>
                    <a:bodyPr/>
                    <a:lstStyle/>
                    <a:p>
                      <a:pPr marL="0" indent="0" algn="l">
                        <a:lnSpc>
                          <a:spcPct val="100000"/>
                        </a:lnSpc>
                        <a:spcBef>
                          <a:spcPts val="0"/>
                        </a:spcBef>
                        <a:spcAft>
                          <a:spcPts val="0"/>
                        </a:spcAft>
                        <a:buNone/>
                      </a:pPr>
                      <a:r>
                        <a:rPr lang="en-IN" sz="18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Test walking, stability, obstacle sensing and surveillance; final demonstration</a:t>
                      </a:r>
                    </a:p>
                  </a:txBody>
                  <a:tcPr marL="91450" marR="91450" marT="45725" marB="45725"/>
                </a:tc>
                <a:tc>
                  <a:txBody>
                    <a:bodyPr/>
                    <a:lstStyle/>
                    <a:p>
                      <a:pPr marL="0" indent="0" algn="l">
                        <a:lnSpc>
                          <a:spcPct val="100000"/>
                        </a:lnSpc>
                        <a:spcBef>
                          <a:spcPts val="0"/>
                        </a:spcBef>
                        <a:spcAft>
                          <a:spcPts val="0"/>
                        </a:spcAft>
                        <a:buNone/>
                      </a:pPr>
                      <a:r>
                        <a:rPr lang="en-IN" sz="1800" b="1" i="0" dirty="0">
                          <a:solidFill>
                            <a:srgbClr val="9A3412"/>
                          </a:solidFill>
                          <a:latin typeface="Times New Roman" panose="02020603050405020304"/>
                          <a:ea typeface="Times New Roman" panose="02020603050405020304"/>
                          <a:cs typeface="Times New Roman" panose="02020603050405020304"/>
                          <a:sym typeface="Times New Roman" panose="02020603050405020304"/>
                        </a:rPr>
                        <a:t xml:space="preserve">To be done</a:t>
                      </a:r>
                    </a:p>
                  </a:txBody>
                  <a:tcPr marL="91450" marR="91450" marT="45725" marB="45725"/>
                </a:tc>
              </a:tr>
            </a:tbl>
          </a:graphicData>
        </a:graphic>
      </p:graphicFrame>
      <p:pic>
        <p:nvPicPr>
          <p:cNvPr id="337" name="Google Shape;337;p11" descr="A picture containing drawing&#10;&#10;Description automatically generated"/>
          <p:cNvPicPr preferRelativeResize="0"/>
          <p:nvPr/>
        </p:nvPicPr>
        <p:blipFill rotWithShape="1">
          <a:blip r:embed="rId1"/>
          <a:srcRect/>
          <a:stretch>
            <a:fillRect/>
          </a:stretch>
        </p:blipFill>
        <p:spPr>
          <a:xfrm>
            <a:off x="11378735" y="8274"/>
            <a:ext cx="799394" cy="769500"/>
          </a:xfrm>
          <a:prstGeom prst="rect">
            <a:avLst/>
          </a:prstGeom>
          <a:noFill/>
          <a:ln>
            <a:noFill/>
          </a:ln>
        </p:spPr>
      </p:pic>
      <p:pic>
        <p:nvPicPr>
          <p:cNvPr id="338" name="Google Shape;338;p11" descr="A picture containing drawing, food&#10;&#10;Description automatically generated"/>
          <p:cNvPicPr preferRelativeResize="0"/>
          <p:nvPr/>
        </p:nvPicPr>
        <p:blipFill rotWithShape="1">
          <a:blip r:embed="rId2"/>
          <a:srcRect/>
          <a:stretch>
            <a:fillRect/>
          </a:stretch>
        </p:blipFill>
        <p:spPr>
          <a:xfrm>
            <a:off x="34148" y="-2749"/>
            <a:ext cx="878075" cy="769500"/>
          </a:xfrm>
          <a:prstGeom prst="rect">
            <a:avLst/>
          </a:prstGeom>
          <a:noFill/>
          <a:ln>
            <a:noFill/>
          </a:ln>
        </p:spPr>
      </p:pic>
      <p:sp>
        <p:nvSpPr>
          <p:cNvPr id="339" name="TextBox 338"/>
          <p:cNvSpPr txBox="1"/>
          <p:nvPr/>
        </p:nvSpPr>
        <p:spPr>
          <a:xfrm>
            <a:off x="685800" y="5760720"/>
            <a:ext cx="10789920" cy="548640"/>
          </a:xfrm>
          <a:prstGeom prst="rect">
            <a:avLst/>
          </a:prstGeom>
          <a:noFill/>
        </p:spPr>
        <p:txBody>
          <a:bodyPr wrap="square" anchor="t" lIns="91425" rIns="91425"/>
          <a:lstStyle/>
          <a:p>
            <a:pPr marL="0" indent="0" algn="l">
              <a:lnSpc>
                <a:spcPct val="100000"/>
              </a:lnSpc>
              <a:spcBef>
                <a:spcPts val="0"/>
              </a:spcBef>
              <a:spcAft>
                <a:spcPts val="0"/>
              </a:spcAft>
              <a:buNone/>
            </a:pPr>
            <a:r>
              <a:rPr lang="en-IN" sz="1400" b="0" i="1"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Plan is tentative and depends on PCB delivery time and 3D-printer availability.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24CABF"/>
        </a:solidFill>
        <a:effectLst/>
      </p:bgPr>
    </p:bg>
    <p:spTree>
      <p:nvGrpSpPr>
        <p:cNvPr id="342" name="Shape 342"/>
        <p:cNvGrpSpPr/>
        <p:nvPr/>
      </p:nvGrpSpPr>
      <p:grpSpPr>
        <a:xfrm>
          <a:off x="0" y="0"/>
          <a:ext cx="0" cy="0"/>
          <a:chOff x="0" y="0"/>
          <a:chExt cx="0" cy="0"/>
        </a:xfrm>
      </p:grpSpPr>
      <p:sp>
        <p:nvSpPr>
          <p:cNvPr id="343" name="Google Shape;343;g3f86c170c19_0_131"/>
          <p:cNvSpPr txBox="1"/>
          <p:nvPr/>
        </p:nvSpPr>
        <p:spPr>
          <a:xfrm>
            <a:off x="640080" y="1325880"/>
            <a:ext cx="10881360" cy="5303520"/>
          </a:xfrm>
          <a:prstGeom prst="rect">
            <a:avLst/>
          </a:prstGeom>
          <a:noFill/>
          <a:ln>
            <a:noFill/>
          </a:ln>
        </p:spPr>
        <p:txBody>
          <a:bodyPr spcFirstLastPara="1" wrap="square" lIns="91425" tIns="45700" rIns="91425" bIns="45700" anchor="t" anchorCtr="0"/>
          <a:lstStyle/>
          <a:p>
            <a:pPr marL="502920" indent="-502920" algn="l">
              <a:spcBef>
                <a:spcPts val="0"/>
              </a:spcBef>
              <a:spcAft>
                <a:spcPts val="1000"/>
              </a:spcAft>
              <a:buNone/>
              <a:tabLst>
                <a:tab pos="502920" algn="l"/>
              </a:tabLst>
            </a:pPr>
            <a:r>
              <a:rPr lang="en-IN" sz="19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[1]	S. Ji, W. Wei, X. Liu, and J. Wu, “Optimization control of attitude stability for hexapod robots based on reinforcement learning,” IEEE Access, vol. 12, pp. 154120–154132, 2024.</a:t>
            </a:r>
          </a:p>
          <a:p>
            <a:pPr marL="502920" indent="-502920" algn="l">
              <a:spcBef>
                <a:spcPts val="0"/>
              </a:spcBef>
              <a:spcAft>
                <a:spcPts val="1000"/>
              </a:spcAft>
              <a:buNone/>
              <a:tabLst>
                <a:tab pos="502920" algn="l"/>
              </a:tabLst>
            </a:pPr>
            <a:r>
              <a:rPr lang="en-IN" sz="19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[2]	S. Mohamed, H. Q. Le, Y. Kim, and B. Shin, “Design and modeling of hexapod robot using telescopic legs connected to pivot joints at the hips,” Proc. IMechE, Part C: J. Mech. Eng. Sci., vol. 238, 2024.</a:t>
            </a:r>
          </a:p>
          <a:p>
            <a:pPr marL="502920" indent="-502920" algn="l">
              <a:spcBef>
                <a:spcPts val="0"/>
              </a:spcBef>
              <a:spcAft>
                <a:spcPts val="1000"/>
              </a:spcAft>
              <a:buNone/>
              <a:tabLst>
                <a:tab pos="502920" algn="l"/>
              </a:tabLst>
            </a:pPr>
            <a:r>
              <a:rPr lang="en-IN" sz="19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[3]	C. Liu, Y. Zhu, Z. Han, et al., “Design and control of a hexapod robot RENS H3 for lateral walking on unknown rugged terrains,” J. Field Robotics, 2025.</a:t>
            </a:r>
          </a:p>
          <a:p>
            <a:pPr marL="502920" indent="-502920" algn="l">
              <a:spcBef>
                <a:spcPts val="0"/>
              </a:spcBef>
              <a:spcAft>
                <a:spcPts val="1000"/>
              </a:spcAft>
              <a:buNone/>
              <a:tabLst>
                <a:tab pos="502920" algn="l"/>
              </a:tabLst>
            </a:pPr>
            <a:r>
              <a:rPr lang="en-IN" sz="19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[4]	K. Xu, R. Qin, C. Chen, G. Dong, J. Chen, and X. Ding, “Design and multimodal locomotion plan of a hexapod robot with improved knee joints,” J. Field Robotics, vol. 41, 2024.</a:t>
            </a:r>
          </a:p>
          <a:p>
            <a:pPr marL="502920" indent="-502920" algn="l">
              <a:spcBef>
                <a:spcPts val="0"/>
              </a:spcBef>
              <a:spcAft>
                <a:spcPts val="1000"/>
              </a:spcAft>
              <a:buNone/>
              <a:tabLst>
                <a:tab pos="502920" algn="l"/>
              </a:tabLst>
            </a:pPr>
            <a:r>
              <a:rPr lang="en-IN" sz="19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[5]	C. Saengsint et al., “Autonomous rescue hexapod robot with AI human detection and tracking,” in Proc. IEEE Int. Conf. Robotics and Biomimetics (ROBIO), Koh Samui, Thailand, 2023.</a:t>
            </a:r>
          </a:p>
        </p:txBody>
      </p:sp>
      <p:sp>
        <p:nvSpPr>
          <p:cNvPr id="344" name="Google Shape;344;g3f86c170c19_0_131"/>
          <p:cNvSpPr txBox="1"/>
          <p:nvPr/>
        </p:nvSpPr>
        <p:spPr>
          <a:xfrm>
            <a:off x="1097280" y="457200"/>
            <a:ext cx="9994392" cy="640080"/>
          </a:xfrm>
          <a:prstGeom prst="rect">
            <a:avLst/>
          </a:prstGeom>
          <a:noFill/>
          <a:ln>
            <a:noFill/>
          </a:ln>
        </p:spPr>
        <p:txBody>
          <a:bodyPr spcFirstLastPara="1" wrap="square" lIns="91425" tIns="45700" rIns="91425" bIns="45700" anchor="ctr" anchorCtr="0"/>
          <a:lstStyle/>
          <a:p>
            <a:pPr marL="0" indent="0" algn="ctr">
              <a:spcBef>
                <a:spcPts val="0"/>
              </a:spcBef>
              <a:spcAft>
                <a:spcPts val="0"/>
              </a:spcAft>
              <a:buNone/>
            </a:pPr>
            <a:r>
              <a:rPr lang="en-IN" sz="2800"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t>REFERENCES</a:t>
            </a:r>
          </a:p>
        </p:txBody>
      </p:sp>
      <p:pic>
        <p:nvPicPr>
          <p:cNvPr id="345" name="Google Shape;345;g3f86c170c19_0_131" descr="A picture containing drawing&#10;&#10;Description automatically generated"/>
          <p:cNvPicPr preferRelativeResize="0"/>
          <p:nvPr/>
        </p:nvPicPr>
        <p:blipFill rotWithShape="1">
          <a:blip r:embed="rId1"/>
          <a:srcRect/>
          <a:stretch>
            <a:fillRect/>
          </a:stretch>
        </p:blipFill>
        <p:spPr>
          <a:xfrm>
            <a:off x="11378735" y="8274"/>
            <a:ext cx="799394" cy="769500"/>
          </a:xfrm>
          <a:prstGeom prst="rect">
            <a:avLst/>
          </a:prstGeom>
          <a:noFill/>
          <a:ln>
            <a:noFill/>
          </a:ln>
        </p:spPr>
      </p:pic>
      <p:pic>
        <p:nvPicPr>
          <p:cNvPr id="346" name="Google Shape;346;g3f86c170c19_0_131" descr="A picture containing drawing, food&#10;&#10;Description automatically generated"/>
          <p:cNvPicPr preferRelativeResize="0"/>
          <p:nvPr/>
        </p:nvPicPr>
        <p:blipFill rotWithShape="1">
          <a:blip r:embed="rId2"/>
          <a:srcRect/>
          <a:stretch>
            <a:fillRect/>
          </a:stretch>
        </p:blipFill>
        <p:spPr>
          <a:xfrm>
            <a:off x="34148" y="-2749"/>
            <a:ext cx="878075" cy="7695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24CABF"/>
        </a:solidFill>
        <a:effectLst/>
      </p:bgPr>
    </p:bg>
    <p:spTree>
      <p:nvGrpSpPr>
        <p:cNvPr id="342" name="Shape 342"/>
        <p:cNvGrpSpPr/>
        <p:nvPr/>
      </p:nvGrpSpPr>
      <p:grpSpPr>
        <a:xfrm>
          <a:off x="0" y="0"/>
          <a:ext cx="0" cy="0"/>
          <a:chOff x="0" y="0"/>
          <a:chExt cx="0" cy="0"/>
        </a:xfrm>
      </p:grpSpPr>
      <p:sp>
        <p:nvSpPr>
          <p:cNvPr id="343" name="Google Shape;343;g3f86c170c19_0_131"/>
          <p:cNvSpPr txBox="1"/>
          <p:nvPr/>
        </p:nvSpPr>
        <p:spPr>
          <a:xfrm>
            <a:off x="640080" y="1325880"/>
            <a:ext cx="10881360" cy="5303520"/>
          </a:xfrm>
          <a:prstGeom prst="rect">
            <a:avLst/>
          </a:prstGeom>
          <a:noFill/>
          <a:ln>
            <a:noFill/>
          </a:ln>
        </p:spPr>
        <p:txBody>
          <a:bodyPr spcFirstLastPara="1" wrap="square" lIns="91425" tIns="45700" rIns="91425" bIns="45700" anchor="t" anchorCtr="0"/>
          <a:lstStyle/>
          <a:p>
            <a:pPr marL="502920" indent="-502920" algn="l">
              <a:spcBef>
                <a:spcPts val="0"/>
              </a:spcBef>
              <a:spcAft>
                <a:spcPts val="1000"/>
              </a:spcAft>
              <a:buNone/>
              <a:tabLst>
                <a:tab pos="502920" algn="l"/>
              </a:tabLst>
            </a:pPr>
            <a:r>
              <a:rPr lang="en-IN" sz="19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[6]	S. V. Kulkarni, N. Samanvita, S. Gatade, and R. Likhitha, “Obstacle avoidance robot based on Arduino for live video transmission and surveillance,” Lecture Notes in Electrical Engineering, vol. 1104, Springer, 2024.</a:t>
            </a:r>
          </a:p>
          <a:p>
            <a:pPr marL="502920" indent="-502920" algn="l">
              <a:spcBef>
                <a:spcPts val="0"/>
              </a:spcBef>
              <a:spcAft>
                <a:spcPts val="1000"/>
              </a:spcAft>
              <a:buNone/>
              <a:tabLst>
                <a:tab pos="502920" algn="l"/>
              </a:tabLst>
            </a:pPr>
            <a:r>
              <a:rPr lang="en-IN" sz="19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[7]	S. Mahmud, A. A. Fime, and J.-H. Kim, “ATR HarmoniSAR: A system for enhancing victim detection in robot-assisted disaster scenarios,” IEEE Access, vol. 12, 2024.</a:t>
            </a:r>
          </a:p>
          <a:p>
            <a:pPr marL="502920" indent="-502920" algn="l">
              <a:spcBef>
                <a:spcPts val="0"/>
              </a:spcBef>
              <a:spcAft>
                <a:spcPts val="1000"/>
              </a:spcAft>
              <a:buNone/>
              <a:tabLst>
                <a:tab pos="502920" algn="l"/>
              </a:tabLst>
            </a:pPr>
            <a:r>
              <a:rPr lang="en-IN" sz="19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[8]	C. Cruz Ulloa, D. Orbea, J. del Cerro, and A. Barrientos, “Thermal, multispectral, and RGB vision systems analysis for victim detection in SAR robotics,” Applied Sciences, vol. 14, no. 2, p. 766, 2024.</a:t>
            </a:r>
          </a:p>
          <a:p>
            <a:pPr marL="502920" indent="-502920" algn="l">
              <a:spcBef>
                <a:spcPts val="0"/>
              </a:spcBef>
              <a:spcAft>
                <a:spcPts val="1000"/>
              </a:spcAft>
              <a:buNone/>
              <a:tabLst>
                <a:tab pos="502920" algn="l"/>
              </a:tabLst>
            </a:pPr>
            <a:r>
              <a:rPr lang="en-IN" sz="19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[9]	R. Jadeja, T. Trivedi, and J. Surve, “Survivor detection approach for post earthquake search and rescue missions based on deep learning inspired algorithms,” Scientific Reports, vol. 14, 2024.</a:t>
            </a:r>
          </a:p>
          <a:p>
            <a:pPr marL="502920" indent="-502920" algn="l">
              <a:spcBef>
                <a:spcPts val="0"/>
              </a:spcBef>
              <a:spcAft>
                <a:spcPts val="1000"/>
              </a:spcAft>
              <a:buNone/>
              <a:tabLst>
                <a:tab pos="502920" algn="l"/>
              </a:tabLst>
            </a:pPr>
            <a:r>
              <a:rPr lang="en-IN" sz="1900" b="0" i="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 xml:space="preserve">[10]	S. Gelfert, “Real time victim detection in smoky environments with mobile robot and multi-sensor unit using deep learning,” in Robot Intelligence Technology and Applications 7 (RiTA 2022), Springer, 2023.</a:t>
            </a:r>
          </a:p>
        </p:txBody>
      </p:sp>
      <p:sp>
        <p:nvSpPr>
          <p:cNvPr id="344" name="Google Shape;344;g3f86c170c19_0_131"/>
          <p:cNvSpPr txBox="1"/>
          <p:nvPr/>
        </p:nvSpPr>
        <p:spPr>
          <a:xfrm>
            <a:off x="1097280" y="457200"/>
            <a:ext cx="9994392" cy="640080"/>
          </a:xfrm>
          <a:prstGeom prst="rect">
            <a:avLst/>
          </a:prstGeom>
          <a:noFill/>
          <a:ln>
            <a:noFill/>
          </a:ln>
        </p:spPr>
        <p:txBody>
          <a:bodyPr spcFirstLastPara="1" wrap="square" lIns="91425" tIns="45700" rIns="91425" bIns="45700" anchor="ctr" anchorCtr="0"/>
          <a:lstStyle/>
          <a:p>
            <a:pPr marL="0" indent="0" algn="ctr">
              <a:spcBef>
                <a:spcPts val="0"/>
              </a:spcBef>
              <a:spcAft>
                <a:spcPts val="0"/>
              </a:spcAft>
              <a:buNone/>
            </a:pPr>
            <a:r>
              <a:rPr lang="en-IN" sz="2800"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t>REFERENCES (CONTD.)</a:t>
            </a:r>
          </a:p>
        </p:txBody>
      </p:sp>
      <p:pic>
        <p:nvPicPr>
          <p:cNvPr id="345" name="Google Shape;345;g3f86c170c19_0_131" descr="A picture containing drawing&#10;&#10;Description automatically generated"/>
          <p:cNvPicPr preferRelativeResize="0"/>
          <p:nvPr/>
        </p:nvPicPr>
        <p:blipFill rotWithShape="1">
          <a:blip r:embed="rId1"/>
          <a:srcRect/>
          <a:stretch>
            <a:fillRect/>
          </a:stretch>
        </p:blipFill>
        <p:spPr>
          <a:xfrm>
            <a:off x="11378735" y="8274"/>
            <a:ext cx="799394" cy="769500"/>
          </a:xfrm>
          <a:prstGeom prst="rect">
            <a:avLst/>
          </a:prstGeom>
          <a:noFill/>
          <a:ln>
            <a:noFill/>
          </a:ln>
        </p:spPr>
      </p:pic>
      <p:pic>
        <p:nvPicPr>
          <p:cNvPr id="346" name="Google Shape;346;g3f86c170c19_0_131" descr="A picture containing drawing, food&#10;&#10;Description automatically generated"/>
          <p:cNvPicPr preferRelativeResize="0"/>
          <p:nvPr/>
        </p:nvPicPr>
        <p:blipFill rotWithShape="1">
          <a:blip r:embed="rId2"/>
          <a:srcRect/>
          <a:stretch>
            <a:fillRect/>
          </a:stretch>
        </p:blipFill>
        <p:spPr>
          <a:xfrm>
            <a:off x="34148" y="-2749"/>
            <a:ext cx="878075" cy="7695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24CABF"/>
        </a:solidFill>
        <a:effectLst/>
      </p:bgPr>
    </p:bg>
    <p:spTree>
      <p:nvGrpSpPr>
        <p:cNvPr id="350" name="Shape 350"/>
        <p:cNvGrpSpPr/>
        <p:nvPr/>
      </p:nvGrpSpPr>
      <p:grpSpPr>
        <a:xfrm>
          <a:off x="0" y="0"/>
          <a:ext cx="0" cy="0"/>
          <a:chOff x="0" y="0"/>
          <a:chExt cx="0" cy="0"/>
        </a:xfrm>
      </p:grpSpPr>
      <p:sp>
        <p:nvSpPr>
          <p:cNvPr id="351" name="Google Shape;351;p15"/>
          <p:cNvSpPr txBox="1"/>
          <p:nvPr/>
        </p:nvSpPr>
        <p:spPr>
          <a:xfrm>
            <a:off x="2286000" y="2743200"/>
            <a:ext cx="7616952" cy="100584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5200">
                <a:solidFill>
                  <a:schemeClr val="lt1"/>
                </a:solidFill>
                <a:latin typeface="Times New Roman" panose="02020603050405020304"/>
                <a:ea typeface="Times New Roman" panose="02020603050405020304"/>
                <a:cs typeface="Times New Roman" panose="02020603050405020304"/>
                <a:sym typeface="Times New Roman" panose="02020603050405020304"/>
              </a:rPr>
              <a:t/>
            </a:r>
            <a:r>
              <a:rPr lang="en-IN" sz="5200">
                <a:solidFill>
                  <a:schemeClr val="lt1"/>
                </a:solidFill>
                <a:latin typeface="Times New Roman" panose="02020603050405020304"/>
                <a:ea typeface="Times New Roman" panose="02020603050405020304"/>
                <a:cs typeface="Times New Roman" panose="02020603050405020304"/>
                <a:sym typeface="Times New Roman" panose="02020603050405020304"/>
              </a:rPr>
              <a:t>THANK YOU!</a:t>
            </a:r>
            <a:endParaRPr sz="5200">
              <a:latin typeface="Times New Roman" panose="02020603050405020304"/>
              <a:ea typeface="Times New Roman" panose="02020603050405020304"/>
              <a:cs typeface="Times New Roman" panose="02020603050405020304"/>
              <a:sym typeface="Times New Roman" panose="02020603050405020304"/>
            </a:endParaRPr>
          </a:p>
        </p:txBody>
      </p:sp>
      <p:pic>
        <p:nvPicPr>
          <p:cNvPr id="352" name="Google Shape;352;p15" descr="A picture containing drawing&#10;&#10;Description automatically generated"/>
          <p:cNvPicPr preferRelativeResize="0"/>
          <p:nvPr/>
        </p:nvPicPr>
        <p:blipFill rotWithShape="1">
          <a:blip r:embed="rId1"/>
          <a:srcRect/>
          <a:stretch>
            <a:fillRect/>
          </a:stretch>
        </p:blipFill>
        <p:spPr>
          <a:xfrm>
            <a:off x="11378735" y="8274"/>
            <a:ext cx="799394" cy="769500"/>
          </a:xfrm>
          <a:prstGeom prst="rect">
            <a:avLst/>
          </a:prstGeom>
          <a:noFill/>
          <a:ln>
            <a:noFill/>
          </a:ln>
        </p:spPr>
      </p:pic>
      <p:pic>
        <p:nvPicPr>
          <p:cNvPr id="353" name="Google Shape;353;p15" descr="A picture containing drawing, food&#10;&#10;Description automatically generated"/>
          <p:cNvPicPr preferRelativeResize="0"/>
          <p:nvPr/>
        </p:nvPicPr>
        <p:blipFill rotWithShape="1">
          <a:blip r:embed="rId2"/>
          <a:srcRect/>
          <a:stretch>
            <a:fillRect/>
          </a:stretch>
        </p:blipFill>
        <p:spPr>
          <a:xfrm>
            <a:off x="34148" y="-2749"/>
            <a:ext cx="878075" cy="769500"/>
          </a:xfrm>
          <a:prstGeom prst="rect">
            <a:avLst/>
          </a:prstGeom>
          <a:noFill/>
          <a:ln>
            <a:noFill/>
          </a:ln>
        </p:spPr>
      </p:pic>
    </p:spTree>
  </p:cSld>
  <p:clrMapOvr>
    <a:masterClrMapping/>
  </p:clrMapOvr>
</p:sld>
</file>

<file path=ppt/tags/tag1.xml><?xml version="1.0" encoding="utf-8"?>
<p:tagLst xmlns:p="http://schemas.openxmlformats.org/presentationml/2006/main">
  <p:tag name="TABLE_ENDDRAG_ORIGIN_RECT" val="931*417"/>
  <p:tag name="TABLE_ENDDRAG_RECT" val="15*105*931*417"/>
</p:tagLst>
</file>

<file path=ppt/theme/theme1.xml><?xml version="1.0" encoding="utf-8"?>
<a:theme xmlns:a="http://schemas.openxmlformats.org/drawingml/2006/main" name="Quotable">
  <a:themeElements>
    <a:clrScheme name="Quotable">
      <a:dk1>
        <a:srgbClr val="000000"/>
      </a:dk1>
      <a:lt1>
        <a:srgbClr val="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24646</Words>
  <Application>WPS Presentation</Application>
  <PresentationFormat/>
  <Paragraphs>675</Paragraphs>
  <Slides>33</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33</vt:i4>
      </vt:variant>
    </vt:vector>
  </HeadingPairs>
  <TitlesOfParts>
    <vt:vector size="49" baseType="lpstr">
      <vt:lpstr>Arial</vt:lpstr>
      <vt:lpstr>SimSun</vt:lpstr>
      <vt:lpstr>Wingdings</vt:lpstr>
      <vt:lpstr>Arial</vt:lpstr>
      <vt:lpstr>Century Gothic</vt:lpstr>
      <vt:lpstr>Noto Sans Symbols</vt:lpstr>
      <vt:lpstr>Segoe Print</vt:lpstr>
      <vt:lpstr>Calibri</vt:lpstr>
      <vt:lpstr>Times New Roman</vt:lpstr>
      <vt:lpstr>Times New Roman</vt:lpstr>
      <vt:lpstr>Calibri</vt:lpstr>
      <vt:lpstr>Wingdings</vt:lpstr>
      <vt:lpstr>Microsoft YaHei</vt:lpstr>
      <vt:lpstr>Arial Unicode MS</vt:lpstr>
      <vt:lpstr>Cambria</vt:lpstr>
      <vt:lpstr>Quotable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kevin norman</cp:lastModifiedBy>
  <cp:revision>22</cp:revision>
  <dcterms:created xsi:type="dcterms:W3CDTF">2026-09-27T10:45:00Z</dcterms:created>
  <dcterms:modified xsi:type="dcterms:W3CDTF">2026-09-28T15:39:48Z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AD643534608848A0B20C086BD9969B61_13</vt:lpwstr>
  </property>
  <property fmtid="{D5CDD505-2E9C-101B-9397-08002B2CF9AE}" pid="3" name="KSOProductBuildVer">
    <vt:lpwstr>1033-12.1.0.28485</vt:lpwstr>
  </property>
</Properties>
</file>